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9" r:id="rId13"/>
    <p:sldId id="267" r:id="rId14"/>
  </p:sldIdLst>
  <p:sldSz cx="18288000" cy="10287000"/>
  <p:notesSz cx="6858000" cy="9144000"/>
  <p:embeddedFontLst>
    <p:embeddedFont>
      <p:font typeface="Calibri (MS)" panose="020B0604020202020204" charset="0"/>
      <p:regular r:id="rId15"/>
    </p:embeddedFont>
    <p:embeddedFont>
      <p:font typeface="Calibri (MS)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8CBE5-14F3-4F79-B2D5-566AE0C8256B}" v="12" dt="2026-05-14T08:15:32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4" d="100"/>
          <a:sy n="54" d="100"/>
        </p:scale>
        <p:origin x="504" y="-5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Carneiro" userId="038eca41cd8564ab" providerId="LiveId" clId="{D03F746D-BE5D-4789-93E6-42C6E52F57A2}"/>
    <pc:docChg chg="undo custSel addSld delSld modSld sldOrd">
      <pc:chgData name="Gabriela Carneiro" userId="038eca41cd8564ab" providerId="LiveId" clId="{D03F746D-BE5D-4789-93E6-42C6E52F57A2}" dt="2026-05-12T13:06:36.641" v="1837" actId="20577"/>
      <pc:docMkLst>
        <pc:docMk/>
      </pc:docMkLst>
      <pc:sldChg chg="modSp mod">
        <pc:chgData name="Gabriela Carneiro" userId="038eca41cd8564ab" providerId="LiveId" clId="{D03F746D-BE5D-4789-93E6-42C6E52F57A2}" dt="2026-05-12T12:51:06.791" v="1806" actId="20577"/>
        <pc:sldMkLst>
          <pc:docMk/>
          <pc:sldMk cId="0" sldId="257"/>
        </pc:sldMkLst>
        <pc:spChg chg="mod">
          <ac:chgData name="Gabriela Carneiro" userId="038eca41cd8564ab" providerId="LiveId" clId="{D03F746D-BE5D-4789-93E6-42C6E52F57A2}" dt="2026-05-12T12:51:06.791" v="1806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Gabriela Carneiro" userId="038eca41cd8564ab" providerId="LiveId" clId="{D03F746D-BE5D-4789-93E6-42C6E52F57A2}" dt="2026-05-11T12:42:48.400" v="1777" actId="20577"/>
          <ac:spMkLst>
            <pc:docMk/>
            <pc:sldMk cId="0" sldId="257"/>
            <ac:spMk id="15" creationId="{00000000-0000-0000-0000-000000000000}"/>
          </ac:spMkLst>
        </pc:spChg>
        <pc:grpChg chg="mod">
          <ac:chgData name="Gabriela Carneiro" userId="038eca41cd8564ab" providerId="LiveId" clId="{D03F746D-BE5D-4789-93E6-42C6E52F57A2}" dt="2026-04-30T13:10:29.717" v="542" actId="1076"/>
          <ac:grpSpMkLst>
            <pc:docMk/>
            <pc:sldMk cId="0" sldId="257"/>
            <ac:grpSpMk id="11" creationId="{00000000-0000-0000-0000-000000000000}"/>
          </ac:grpSpMkLst>
        </pc:grpChg>
      </pc:sldChg>
      <pc:sldChg chg="modSp mod">
        <pc:chgData name="Gabriela Carneiro" userId="038eca41cd8564ab" providerId="LiveId" clId="{D03F746D-BE5D-4789-93E6-42C6E52F57A2}" dt="2026-04-30T13:09:56.808" v="536" actId="2710"/>
        <pc:sldMkLst>
          <pc:docMk/>
          <pc:sldMk cId="0" sldId="258"/>
        </pc:sldMkLst>
        <pc:spChg chg="mod">
          <ac:chgData name="Gabriela Carneiro" userId="038eca41cd8564ab" providerId="LiveId" clId="{D03F746D-BE5D-4789-93E6-42C6E52F57A2}" dt="2026-04-30T13:09:51.337" v="535" actId="271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Gabriela Carneiro" userId="038eca41cd8564ab" providerId="LiveId" clId="{D03F746D-BE5D-4789-93E6-42C6E52F57A2}" dt="2026-04-30T13:09:56.808" v="536" actId="2710"/>
          <ac:spMkLst>
            <pc:docMk/>
            <pc:sldMk cId="0" sldId="258"/>
            <ac:spMk id="24" creationId="{00000000-0000-0000-0000-000000000000}"/>
          </ac:spMkLst>
        </pc:spChg>
      </pc:sldChg>
      <pc:sldChg chg="modSp mod">
        <pc:chgData name="Gabriela Carneiro" userId="038eca41cd8564ab" providerId="LiveId" clId="{D03F746D-BE5D-4789-93E6-42C6E52F57A2}" dt="2026-04-30T13:09:44.947" v="534" actId="2710"/>
        <pc:sldMkLst>
          <pc:docMk/>
          <pc:sldMk cId="0" sldId="259"/>
        </pc:sldMkLst>
        <pc:spChg chg="mod">
          <ac:chgData name="Gabriela Carneiro" userId="038eca41cd8564ab" providerId="LiveId" clId="{D03F746D-BE5D-4789-93E6-42C6E52F57A2}" dt="2026-04-30T13:09:44.947" v="534" actId="2710"/>
          <ac:spMkLst>
            <pc:docMk/>
            <pc:sldMk cId="0" sldId="259"/>
            <ac:spMk id="14" creationId="{00000000-0000-0000-0000-000000000000}"/>
          </ac:spMkLst>
        </pc:spChg>
      </pc:sldChg>
      <pc:sldChg chg="addSp delSp modSp mod">
        <pc:chgData name="Gabriela Carneiro" userId="038eca41cd8564ab" providerId="LiveId" clId="{D03F746D-BE5D-4789-93E6-42C6E52F57A2}" dt="2026-04-30T13:04:58.690" v="504" actId="2711"/>
        <pc:sldMkLst>
          <pc:docMk/>
          <pc:sldMk cId="0" sldId="260"/>
        </pc:sldMkLst>
        <pc:spChg chg="mod">
          <ac:chgData name="Gabriela Carneiro" userId="038eca41cd8564ab" providerId="LiveId" clId="{D03F746D-BE5D-4789-93E6-42C6E52F57A2}" dt="2026-04-30T13:03:43.862" v="493" actId="2711"/>
          <ac:spMkLst>
            <pc:docMk/>
            <pc:sldMk cId="0" sldId="260"/>
            <ac:spMk id="34" creationId="{00000000-0000-0000-0000-000000000000}"/>
          </ac:spMkLst>
        </pc:spChg>
        <pc:spChg chg="mod">
          <ac:chgData name="Gabriela Carneiro" userId="038eca41cd8564ab" providerId="LiveId" clId="{D03F746D-BE5D-4789-93E6-42C6E52F57A2}" dt="2026-04-30T13:03:49.277" v="494" actId="2711"/>
          <ac:spMkLst>
            <pc:docMk/>
            <pc:sldMk cId="0" sldId="260"/>
            <ac:spMk id="35" creationId="{00000000-0000-0000-0000-000000000000}"/>
          </ac:spMkLst>
        </pc:spChg>
        <pc:spChg chg="mod">
          <ac:chgData name="Gabriela Carneiro" userId="038eca41cd8564ab" providerId="LiveId" clId="{D03F746D-BE5D-4789-93E6-42C6E52F57A2}" dt="2026-04-30T13:03:54.036" v="495" actId="2711"/>
          <ac:spMkLst>
            <pc:docMk/>
            <pc:sldMk cId="0" sldId="260"/>
            <ac:spMk id="36" creationId="{00000000-0000-0000-0000-000000000000}"/>
          </ac:spMkLst>
        </pc:spChg>
        <pc:spChg chg="add mod">
          <ac:chgData name="Gabriela Carneiro" userId="038eca41cd8564ab" providerId="LiveId" clId="{D03F746D-BE5D-4789-93E6-42C6E52F57A2}" dt="2026-04-30T13:04:11.036" v="498" actId="2711"/>
          <ac:spMkLst>
            <pc:docMk/>
            <pc:sldMk cId="0" sldId="260"/>
            <ac:spMk id="41" creationId="{5A448EE5-1115-BAFA-55D9-05FF2B60D281}"/>
          </ac:spMkLst>
        </pc:spChg>
        <pc:spChg chg="add mod">
          <ac:chgData name="Gabriela Carneiro" userId="038eca41cd8564ab" providerId="LiveId" clId="{D03F746D-BE5D-4789-93E6-42C6E52F57A2}" dt="2026-04-30T13:04:04.046" v="497" actId="2711"/>
          <ac:spMkLst>
            <pc:docMk/>
            <pc:sldMk cId="0" sldId="260"/>
            <ac:spMk id="42" creationId="{C75C0113-4FE2-B7A2-65DA-5CE5513D10EC}"/>
          </ac:spMkLst>
        </pc:spChg>
        <pc:spChg chg="add mod">
          <ac:chgData name="Gabriela Carneiro" userId="038eca41cd8564ab" providerId="LiveId" clId="{D03F746D-BE5D-4789-93E6-42C6E52F57A2}" dt="2026-04-30T13:03:59.280" v="496" actId="2711"/>
          <ac:spMkLst>
            <pc:docMk/>
            <pc:sldMk cId="0" sldId="260"/>
            <ac:spMk id="43" creationId="{DD7B652D-E054-35DE-4076-53C8FE097115}"/>
          </ac:spMkLst>
        </pc:spChg>
        <pc:spChg chg="add mod">
          <ac:chgData name="Gabriela Carneiro" userId="038eca41cd8564ab" providerId="LiveId" clId="{D03F746D-BE5D-4789-93E6-42C6E52F57A2}" dt="2026-04-30T13:04:33.604" v="500" actId="2711"/>
          <ac:spMkLst>
            <pc:docMk/>
            <pc:sldMk cId="0" sldId="260"/>
            <ac:spMk id="45" creationId="{B021C95D-9FEF-129B-6BFE-7DEE5A03AFA9}"/>
          </ac:spMkLst>
        </pc:spChg>
        <pc:spChg chg="add mod">
          <ac:chgData name="Gabriela Carneiro" userId="038eca41cd8564ab" providerId="LiveId" clId="{D03F746D-BE5D-4789-93E6-42C6E52F57A2}" dt="2026-04-30T13:04:28.042" v="499" actId="2711"/>
          <ac:spMkLst>
            <pc:docMk/>
            <pc:sldMk cId="0" sldId="260"/>
            <ac:spMk id="46" creationId="{B012E857-08EE-77AF-9525-05B6E3D2E920}"/>
          </ac:spMkLst>
        </pc:spChg>
        <pc:spChg chg="add mod">
          <ac:chgData name="Gabriela Carneiro" userId="038eca41cd8564ab" providerId="LiveId" clId="{D03F746D-BE5D-4789-93E6-42C6E52F57A2}" dt="2026-04-30T13:04:39.366" v="501" actId="2711"/>
          <ac:spMkLst>
            <pc:docMk/>
            <pc:sldMk cId="0" sldId="260"/>
            <ac:spMk id="47" creationId="{F1E2E988-4F79-4F99-CFB6-CF951B5D559B}"/>
          </ac:spMkLst>
        </pc:spChg>
        <pc:spChg chg="add mod">
          <ac:chgData name="Gabriela Carneiro" userId="038eca41cd8564ab" providerId="LiveId" clId="{D03F746D-BE5D-4789-93E6-42C6E52F57A2}" dt="2026-04-30T13:04:46.791" v="502" actId="2711"/>
          <ac:spMkLst>
            <pc:docMk/>
            <pc:sldMk cId="0" sldId="260"/>
            <ac:spMk id="48" creationId="{67EFB66F-12CB-213E-0E9A-27E9F17DC130}"/>
          </ac:spMkLst>
        </pc:spChg>
        <pc:spChg chg="add mod">
          <ac:chgData name="Gabriela Carneiro" userId="038eca41cd8564ab" providerId="LiveId" clId="{D03F746D-BE5D-4789-93E6-42C6E52F57A2}" dt="2026-04-30T13:04:52.469" v="503" actId="2711"/>
          <ac:spMkLst>
            <pc:docMk/>
            <pc:sldMk cId="0" sldId="260"/>
            <ac:spMk id="49" creationId="{B72C2D19-59F3-56EB-2797-2A6D2BDB7C7F}"/>
          </ac:spMkLst>
        </pc:spChg>
        <pc:spChg chg="add mod">
          <ac:chgData name="Gabriela Carneiro" userId="038eca41cd8564ab" providerId="LiveId" clId="{D03F746D-BE5D-4789-93E6-42C6E52F57A2}" dt="2026-04-30T13:04:58.690" v="504" actId="2711"/>
          <ac:spMkLst>
            <pc:docMk/>
            <pc:sldMk cId="0" sldId="260"/>
            <ac:spMk id="50" creationId="{82244D29-6D4C-C88A-6C0F-BCE9730474E5}"/>
          </ac:spMkLst>
        </pc:spChg>
        <pc:grpChg chg="mod">
          <ac:chgData name="Gabriela Carneiro" userId="038eca41cd8564ab" providerId="LiveId" clId="{D03F746D-BE5D-4789-93E6-42C6E52F57A2}" dt="2026-04-30T12:59:36.398" v="479" actId="1037"/>
          <ac:grpSpMkLst>
            <pc:docMk/>
            <pc:sldMk cId="0" sldId="260"/>
            <ac:grpSpMk id="11" creationId="{00000000-0000-0000-0000-000000000000}"/>
          </ac:grpSpMkLst>
        </pc:grpChg>
      </pc:sldChg>
      <pc:sldChg chg="modSp mod">
        <pc:chgData name="Gabriela Carneiro" userId="038eca41cd8564ab" providerId="LiveId" clId="{D03F746D-BE5D-4789-93E6-42C6E52F57A2}" dt="2026-04-30T13:09:35.374" v="533" actId="1076"/>
        <pc:sldMkLst>
          <pc:docMk/>
          <pc:sldMk cId="0" sldId="261"/>
        </pc:sldMkLst>
        <pc:spChg chg="mod">
          <ac:chgData name="Gabriela Carneiro" userId="038eca41cd8564ab" providerId="LiveId" clId="{D03F746D-BE5D-4789-93E6-42C6E52F57A2}" dt="2026-04-30T13:09:24.069" v="531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Gabriela Carneiro" userId="038eca41cd8564ab" providerId="LiveId" clId="{D03F746D-BE5D-4789-93E6-42C6E52F57A2}" dt="2026-04-30T13:09:35.374" v="533" actId="1076"/>
          <ac:spMkLst>
            <pc:docMk/>
            <pc:sldMk cId="0" sldId="261"/>
            <ac:spMk id="16" creationId="{00000000-0000-0000-0000-000000000000}"/>
          </ac:spMkLst>
        </pc:spChg>
      </pc:sldChg>
      <pc:sldChg chg="modSp mod">
        <pc:chgData name="Gabriela Carneiro" userId="038eca41cd8564ab" providerId="LiveId" clId="{D03F746D-BE5D-4789-93E6-42C6E52F57A2}" dt="2026-04-30T13:12:45.387" v="548" actId="20577"/>
        <pc:sldMkLst>
          <pc:docMk/>
          <pc:sldMk cId="0" sldId="262"/>
        </pc:sldMkLst>
        <pc:spChg chg="mod">
          <ac:chgData name="Gabriela Carneiro" userId="038eca41cd8564ab" providerId="LiveId" clId="{D03F746D-BE5D-4789-93E6-42C6E52F57A2}" dt="2026-04-30T13:12:45.387" v="548" actId="20577"/>
          <ac:spMkLst>
            <pc:docMk/>
            <pc:sldMk cId="0" sldId="262"/>
            <ac:spMk id="15" creationId="{00000000-0000-0000-0000-000000000000}"/>
          </ac:spMkLst>
        </pc:spChg>
      </pc:sldChg>
      <pc:sldChg chg="modSp add mod">
        <pc:chgData name="Gabriela Carneiro" userId="038eca41cd8564ab" providerId="LiveId" clId="{D03F746D-BE5D-4789-93E6-42C6E52F57A2}" dt="2026-04-30T13:08:55.817" v="527" actId="255"/>
        <pc:sldMkLst>
          <pc:docMk/>
          <pc:sldMk cId="4017652531" sldId="264"/>
        </pc:sldMkLst>
        <pc:spChg chg="mod">
          <ac:chgData name="Gabriela Carneiro" userId="038eca41cd8564ab" providerId="LiveId" clId="{D03F746D-BE5D-4789-93E6-42C6E52F57A2}" dt="2026-04-30T12:35:11.131" v="39" actId="1076"/>
          <ac:spMkLst>
            <pc:docMk/>
            <pc:sldMk cId="4017652531" sldId="264"/>
            <ac:spMk id="14" creationId="{10C22223-EA7A-3163-0E0C-91EC47938E2C}"/>
          </ac:spMkLst>
        </pc:spChg>
        <pc:spChg chg="mod">
          <ac:chgData name="Gabriela Carneiro" userId="038eca41cd8564ab" providerId="LiveId" clId="{D03F746D-BE5D-4789-93E6-42C6E52F57A2}" dt="2026-04-30T13:08:55.817" v="527" actId="255"/>
          <ac:spMkLst>
            <pc:docMk/>
            <pc:sldMk cId="4017652531" sldId="264"/>
            <ac:spMk id="15" creationId="{3B4645BA-21B6-4F44-BBAF-6DC984CB2EE7}"/>
          </ac:spMkLst>
        </pc:spChg>
        <pc:grpChg chg="mod">
          <ac:chgData name="Gabriela Carneiro" userId="038eca41cd8564ab" providerId="LiveId" clId="{D03F746D-BE5D-4789-93E6-42C6E52F57A2}" dt="2026-04-30T12:35:06.350" v="38" actId="1076"/>
          <ac:grpSpMkLst>
            <pc:docMk/>
            <pc:sldMk cId="4017652531" sldId="264"/>
            <ac:grpSpMk id="11" creationId="{1517E098-A16C-236F-38B2-E8EDA910CFEE}"/>
          </ac:grpSpMkLst>
        </pc:grpChg>
      </pc:sldChg>
      <pc:sldChg chg="modSp add mod">
        <pc:chgData name="Gabriela Carneiro" userId="038eca41cd8564ab" providerId="LiveId" clId="{D03F746D-BE5D-4789-93E6-42C6E52F57A2}" dt="2026-04-30T13:13:32.151" v="552" actId="20577"/>
        <pc:sldMkLst>
          <pc:docMk/>
          <pc:sldMk cId="197940328" sldId="265"/>
        </pc:sldMkLst>
        <pc:spChg chg="mod">
          <ac:chgData name="Gabriela Carneiro" userId="038eca41cd8564ab" providerId="LiveId" clId="{D03F746D-BE5D-4789-93E6-42C6E52F57A2}" dt="2026-04-30T12:37:23.004" v="72" actId="20577"/>
          <ac:spMkLst>
            <pc:docMk/>
            <pc:sldMk cId="197940328" sldId="265"/>
            <ac:spMk id="14" creationId="{6A4CE654-EDDB-8824-C9C5-E50047542B8F}"/>
          </ac:spMkLst>
        </pc:spChg>
        <pc:spChg chg="mod">
          <ac:chgData name="Gabriela Carneiro" userId="038eca41cd8564ab" providerId="LiveId" clId="{D03F746D-BE5D-4789-93E6-42C6E52F57A2}" dt="2026-04-30T13:13:32.151" v="552" actId="20577"/>
          <ac:spMkLst>
            <pc:docMk/>
            <pc:sldMk cId="197940328" sldId="265"/>
            <ac:spMk id="15" creationId="{051B9642-EF55-6345-FE28-44B5ABBE63D8}"/>
          </ac:spMkLst>
        </pc:spChg>
        <pc:grpChg chg="mod">
          <ac:chgData name="Gabriela Carneiro" userId="038eca41cd8564ab" providerId="LiveId" clId="{D03F746D-BE5D-4789-93E6-42C6E52F57A2}" dt="2026-04-30T12:37:08.308" v="45" actId="1076"/>
          <ac:grpSpMkLst>
            <pc:docMk/>
            <pc:sldMk cId="197940328" sldId="265"/>
            <ac:grpSpMk id="11" creationId="{EFEB5578-3F3A-A610-E906-508F054604BE}"/>
          </ac:grpSpMkLst>
        </pc:grpChg>
      </pc:sldChg>
      <pc:sldChg chg="modSp add mod">
        <pc:chgData name="Gabriela Carneiro" userId="038eca41cd8564ab" providerId="LiveId" clId="{D03F746D-BE5D-4789-93E6-42C6E52F57A2}" dt="2026-04-30T13:08:36.645" v="525" actId="255"/>
        <pc:sldMkLst>
          <pc:docMk/>
          <pc:sldMk cId="4099099592" sldId="266"/>
        </pc:sldMkLst>
        <pc:spChg chg="mod">
          <ac:chgData name="Gabriela Carneiro" userId="038eca41cd8564ab" providerId="LiveId" clId="{D03F746D-BE5D-4789-93E6-42C6E52F57A2}" dt="2026-04-30T12:42:29.254" v="160" actId="1076"/>
          <ac:spMkLst>
            <pc:docMk/>
            <pc:sldMk cId="4099099592" sldId="266"/>
            <ac:spMk id="14" creationId="{E7135E30-811A-A86B-899B-705C18AD03B8}"/>
          </ac:spMkLst>
        </pc:spChg>
        <pc:spChg chg="mod">
          <ac:chgData name="Gabriela Carneiro" userId="038eca41cd8564ab" providerId="LiveId" clId="{D03F746D-BE5D-4789-93E6-42C6E52F57A2}" dt="2026-04-30T13:08:36.645" v="525" actId="255"/>
          <ac:spMkLst>
            <pc:docMk/>
            <pc:sldMk cId="4099099592" sldId="266"/>
            <ac:spMk id="15" creationId="{B691930A-ABD0-0806-5F73-DD80B3B9A2C6}"/>
          </ac:spMkLst>
        </pc:spChg>
        <pc:grpChg chg="mod">
          <ac:chgData name="Gabriela Carneiro" userId="038eca41cd8564ab" providerId="LiveId" clId="{D03F746D-BE5D-4789-93E6-42C6E52F57A2}" dt="2026-04-30T12:42:00.377" v="154" actId="1076"/>
          <ac:grpSpMkLst>
            <pc:docMk/>
            <pc:sldMk cId="4099099592" sldId="266"/>
            <ac:grpSpMk id="8" creationId="{1CB5BD7D-AB3B-B4CD-0DDB-41B18532E234}"/>
          </ac:grpSpMkLst>
        </pc:grpChg>
        <pc:grpChg chg="mod">
          <ac:chgData name="Gabriela Carneiro" userId="038eca41cd8564ab" providerId="LiveId" clId="{D03F746D-BE5D-4789-93E6-42C6E52F57A2}" dt="2026-04-30T12:42:15.832" v="159" actId="1076"/>
          <ac:grpSpMkLst>
            <pc:docMk/>
            <pc:sldMk cId="4099099592" sldId="266"/>
            <ac:grpSpMk id="11" creationId="{F0A6F672-8711-E631-2051-BAA16BB1E997}"/>
          </ac:grpSpMkLst>
        </pc:grpChg>
      </pc:sldChg>
      <pc:sldChg chg="modSp add mod">
        <pc:chgData name="Gabriela Carneiro" userId="038eca41cd8564ab" providerId="LiveId" clId="{D03F746D-BE5D-4789-93E6-42C6E52F57A2}" dt="2026-04-30T13:16:40.894" v="611" actId="1076"/>
        <pc:sldMkLst>
          <pc:docMk/>
          <pc:sldMk cId="563614825" sldId="267"/>
        </pc:sldMkLst>
        <pc:spChg chg="mod">
          <ac:chgData name="Gabriela Carneiro" userId="038eca41cd8564ab" providerId="LiveId" clId="{D03F746D-BE5D-4789-93E6-42C6E52F57A2}" dt="2026-04-30T13:16:37.061" v="610" actId="1076"/>
          <ac:spMkLst>
            <pc:docMk/>
            <pc:sldMk cId="563614825" sldId="267"/>
            <ac:spMk id="14" creationId="{B272B9F0-40A7-4427-B51A-4E5DDA6B832B}"/>
          </ac:spMkLst>
        </pc:spChg>
        <pc:spChg chg="mod">
          <ac:chgData name="Gabriela Carneiro" userId="038eca41cd8564ab" providerId="LiveId" clId="{D03F746D-BE5D-4789-93E6-42C6E52F57A2}" dt="2026-04-30T13:16:40.894" v="611" actId="1076"/>
          <ac:spMkLst>
            <pc:docMk/>
            <pc:sldMk cId="563614825" sldId="267"/>
            <ac:spMk id="15" creationId="{CF279FE4-F69E-CCDE-DB5A-92E42D029A23}"/>
          </ac:spMkLst>
        </pc:spChg>
      </pc:sldChg>
    </pc:docChg>
  </pc:docChgLst>
  <pc:docChgLst>
    <pc:chgData name="Gabriela Gonçalves Carneiro" userId="d552a4f0-38ab-4544-a7a4-6025654d07bb" providerId="ADAL" clId="{D03F746D-BE5D-4789-93E6-42C6E52F57A2}"/>
    <pc:docChg chg="undo custSel addSld delSld modSld">
      <pc:chgData name="Gabriela Gonçalves Carneiro" userId="d552a4f0-38ab-4544-a7a4-6025654d07bb" providerId="ADAL" clId="{D03F746D-BE5D-4789-93E6-42C6E52F57A2}" dt="2026-05-14T08:17:00.147" v="283" actId="20577"/>
      <pc:docMkLst>
        <pc:docMk/>
      </pc:docMkLst>
      <pc:sldChg chg="del">
        <pc:chgData name="Gabriela Gonçalves Carneiro" userId="d552a4f0-38ab-4544-a7a4-6025654d07bb" providerId="ADAL" clId="{D03F746D-BE5D-4789-93E6-42C6E52F57A2}" dt="2026-05-14T07:46:54.137" v="0" actId="47"/>
        <pc:sldMkLst>
          <pc:docMk/>
          <pc:sldMk cId="64004893" sldId="268"/>
        </pc:sldMkLst>
      </pc:sldChg>
      <pc:sldChg chg="modSp add mod">
        <pc:chgData name="Gabriela Gonçalves Carneiro" userId="d552a4f0-38ab-4544-a7a4-6025654d07bb" providerId="ADAL" clId="{D03F746D-BE5D-4789-93E6-42C6E52F57A2}" dt="2026-05-14T07:52:27.162" v="228"/>
        <pc:sldMkLst>
          <pc:docMk/>
          <pc:sldMk cId="101234818" sldId="268"/>
        </pc:sldMkLst>
        <pc:spChg chg="mod">
          <ac:chgData name="Gabriela Gonçalves Carneiro" userId="d552a4f0-38ab-4544-a7a4-6025654d07bb" providerId="ADAL" clId="{D03F746D-BE5D-4789-93E6-42C6E52F57A2}" dt="2026-05-14T07:47:49.030" v="52" actId="20577"/>
          <ac:spMkLst>
            <pc:docMk/>
            <pc:sldMk cId="101234818" sldId="268"/>
            <ac:spMk id="14" creationId="{D5D60796-965F-9B45-39B1-26357F2A7862}"/>
          </ac:spMkLst>
        </pc:spChg>
        <pc:spChg chg="mod">
          <ac:chgData name="Gabriela Gonçalves Carneiro" userId="d552a4f0-38ab-4544-a7a4-6025654d07bb" providerId="ADAL" clId="{D03F746D-BE5D-4789-93E6-42C6E52F57A2}" dt="2026-05-14T07:52:27.162" v="228"/>
          <ac:spMkLst>
            <pc:docMk/>
            <pc:sldMk cId="101234818" sldId="268"/>
            <ac:spMk id="15" creationId="{39BC4B94-5B56-F7F8-FFE1-9FB46D355F94}"/>
          </ac:spMkLst>
        </pc:spChg>
      </pc:sldChg>
      <pc:sldChg chg="del">
        <pc:chgData name="Gabriela Gonçalves Carneiro" userId="d552a4f0-38ab-4544-a7a4-6025654d07bb" providerId="ADAL" clId="{D03F746D-BE5D-4789-93E6-42C6E52F57A2}" dt="2026-05-14T07:46:55.978" v="1" actId="47"/>
        <pc:sldMkLst>
          <pc:docMk/>
          <pc:sldMk cId="472268791" sldId="269"/>
        </pc:sldMkLst>
      </pc:sldChg>
      <pc:sldChg chg="addSp delSp modSp add mod">
        <pc:chgData name="Gabriela Gonçalves Carneiro" userId="d552a4f0-38ab-4544-a7a4-6025654d07bb" providerId="ADAL" clId="{D03F746D-BE5D-4789-93E6-42C6E52F57A2}" dt="2026-05-14T08:17:00.147" v="283" actId="20577"/>
        <pc:sldMkLst>
          <pc:docMk/>
          <pc:sldMk cId="573965222" sldId="269"/>
        </pc:sldMkLst>
        <pc:spChg chg="mod">
          <ac:chgData name="Gabriela Gonçalves Carneiro" userId="d552a4f0-38ab-4544-a7a4-6025654d07bb" providerId="ADAL" clId="{D03F746D-BE5D-4789-93E6-42C6E52F57A2}" dt="2026-05-14T08:17:00.147" v="283" actId="20577"/>
          <ac:spMkLst>
            <pc:docMk/>
            <pc:sldMk cId="573965222" sldId="269"/>
            <ac:spMk id="14" creationId="{50245224-F589-0D6F-B389-0B1E7C26507A}"/>
          </ac:spMkLst>
        </pc:spChg>
        <pc:spChg chg="mod">
          <ac:chgData name="Gabriela Gonçalves Carneiro" userId="d552a4f0-38ab-4544-a7a4-6025654d07bb" providerId="ADAL" clId="{D03F746D-BE5D-4789-93E6-42C6E52F57A2}" dt="2026-05-14T08:14:19.990" v="273" actId="1076"/>
          <ac:spMkLst>
            <pc:docMk/>
            <pc:sldMk cId="573965222" sldId="269"/>
            <ac:spMk id="15" creationId="{A0308FB3-1071-6A7F-9B36-628632EFD52E}"/>
          </ac:spMkLst>
        </pc:spChg>
        <pc:spChg chg="add del">
          <ac:chgData name="Gabriela Gonçalves Carneiro" userId="d552a4f0-38ab-4544-a7a4-6025654d07bb" providerId="ADAL" clId="{D03F746D-BE5D-4789-93E6-42C6E52F57A2}" dt="2026-05-14T08:13:08.620" v="232" actId="22"/>
          <ac:spMkLst>
            <pc:docMk/>
            <pc:sldMk cId="573965222" sldId="269"/>
            <ac:spMk id="17" creationId="{1B06E7F4-4E57-67FC-24EC-5B431D18BC6B}"/>
          </ac:spMkLst>
        </pc:spChg>
        <pc:spChg chg="add mod">
          <ac:chgData name="Gabriela Gonçalves Carneiro" userId="d552a4f0-38ab-4544-a7a4-6025654d07bb" providerId="ADAL" clId="{D03F746D-BE5D-4789-93E6-42C6E52F57A2}" dt="2026-05-14T08:14:13.954" v="272" actId="1076"/>
          <ac:spMkLst>
            <pc:docMk/>
            <pc:sldMk cId="573965222" sldId="269"/>
            <ac:spMk id="18" creationId="{DC3D3241-746D-30FC-DCE5-9C5F521652F0}"/>
          </ac:spMkLst>
        </pc:spChg>
        <pc:spChg chg="add mod">
          <ac:chgData name="Gabriela Gonçalves Carneiro" userId="d552a4f0-38ab-4544-a7a4-6025654d07bb" providerId="ADAL" clId="{D03F746D-BE5D-4789-93E6-42C6E52F57A2}" dt="2026-05-14T08:15:03.552" v="281"/>
          <ac:spMkLst>
            <pc:docMk/>
            <pc:sldMk cId="573965222" sldId="269"/>
            <ac:spMk id="19" creationId="{77FC34A0-2CF6-32F8-B21B-DEFF1C72DD61}"/>
          </ac:spMkLst>
        </pc:spChg>
        <pc:grpChg chg="mod">
          <ac:chgData name="Gabriela Gonçalves Carneiro" userId="d552a4f0-38ab-4544-a7a4-6025654d07bb" providerId="ADAL" clId="{D03F746D-BE5D-4789-93E6-42C6E52F57A2}" dt="2026-05-14T08:13:48.451" v="271" actId="1076"/>
          <ac:grpSpMkLst>
            <pc:docMk/>
            <pc:sldMk cId="573965222" sldId="269"/>
            <ac:grpSpMk id="11" creationId="{1A36D9CF-907C-AF5F-9901-36BC33CBC0FB}"/>
          </ac:grpSpMkLst>
        </pc:grpChg>
      </pc:sldChg>
      <pc:sldChg chg="del">
        <pc:chgData name="Gabriela Gonçalves Carneiro" userId="d552a4f0-38ab-4544-a7a4-6025654d07bb" providerId="ADAL" clId="{D03F746D-BE5D-4789-93E6-42C6E52F57A2}" dt="2026-05-14T07:46:56.050" v="2" actId="47"/>
        <pc:sldMkLst>
          <pc:docMk/>
          <pc:sldMk cId="3484413709" sldId="270"/>
        </pc:sldMkLst>
      </pc:sldChg>
      <pc:sldChg chg="del">
        <pc:chgData name="Gabriela Gonçalves Carneiro" userId="d552a4f0-38ab-4544-a7a4-6025654d07bb" providerId="ADAL" clId="{D03F746D-BE5D-4789-93E6-42C6E52F57A2}" dt="2026-05-14T07:46:57.078" v="3" actId="47"/>
        <pc:sldMkLst>
          <pc:docMk/>
          <pc:sldMk cId="2944030408" sldId="271"/>
        </pc:sldMkLst>
      </pc:sldChg>
      <pc:sldChg chg="del">
        <pc:chgData name="Gabriela Gonçalves Carneiro" userId="d552a4f0-38ab-4544-a7a4-6025654d07bb" providerId="ADAL" clId="{D03F746D-BE5D-4789-93E6-42C6E52F57A2}" dt="2026-05-14T07:46:58.461" v="4" actId="47"/>
        <pc:sldMkLst>
          <pc:docMk/>
          <pc:sldMk cId="1969773107" sldId="272"/>
        </pc:sldMkLst>
      </pc:sldChg>
      <pc:sldChg chg="del">
        <pc:chgData name="Gabriela Gonçalves Carneiro" userId="d552a4f0-38ab-4544-a7a4-6025654d07bb" providerId="ADAL" clId="{D03F746D-BE5D-4789-93E6-42C6E52F57A2}" dt="2026-05-14T07:46:59.717" v="5" actId="47"/>
        <pc:sldMkLst>
          <pc:docMk/>
          <pc:sldMk cId="3973213329" sldId="273"/>
        </pc:sldMkLst>
      </pc:sldChg>
      <pc:sldChg chg="del">
        <pc:chgData name="Gabriela Gonçalves Carneiro" userId="d552a4f0-38ab-4544-a7a4-6025654d07bb" providerId="ADAL" clId="{D03F746D-BE5D-4789-93E6-42C6E52F57A2}" dt="2026-05-14T07:47:01.606" v="6" actId="47"/>
        <pc:sldMkLst>
          <pc:docMk/>
          <pc:sldMk cId="1425240377" sldId="274"/>
        </pc:sldMkLst>
      </pc:sldChg>
      <pc:sldChg chg="del">
        <pc:chgData name="Gabriela Gonçalves Carneiro" userId="d552a4f0-38ab-4544-a7a4-6025654d07bb" providerId="ADAL" clId="{D03F746D-BE5D-4789-93E6-42C6E52F57A2}" dt="2026-05-14T07:47:03.529" v="7" actId="47"/>
        <pc:sldMkLst>
          <pc:docMk/>
          <pc:sldMk cId="1592621956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ofiawxys/Projeto_FerramentasProdutividade_G_2/tree/main/diagrama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cAeMl6o3SJE" TargetMode="External"/><Relationship Id="rId4" Type="http://schemas.openxmlformats.org/officeDocument/2006/relationships/hyperlink" Target="https://www.figma.com/make/jqpvN3R267yLQH77eYXytl/Criar-tela-inicial-MindMove?code-node-id=0-9&amp;fullscreen=1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5721081" y="-2654213"/>
            <a:ext cx="6942365" cy="8264720"/>
          </a:xfrm>
          <a:custGeom>
            <a:avLst/>
            <a:gdLst/>
            <a:ahLst/>
            <a:cxnLst/>
            <a:rect l="l" t="t" r="r" b="b"/>
            <a:pathLst>
              <a:path w="6942365" h="8264720">
                <a:moveTo>
                  <a:pt x="6942365" y="8264720"/>
                </a:moveTo>
                <a:lnTo>
                  <a:pt x="0" y="8264720"/>
                </a:lnTo>
                <a:lnTo>
                  <a:pt x="0" y="0"/>
                </a:lnTo>
                <a:lnTo>
                  <a:pt x="6942365" y="0"/>
                </a:lnTo>
                <a:lnTo>
                  <a:pt x="6942365" y="82647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5721081" y="-6008814"/>
            <a:ext cx="7783270" cy="7783270"/>
          </a:xfrm>
          <a:custGeom>
            <a:avLst/>
            <a:gdLst/>
            <a:ahLst/>
            <a:cxnLst/>
            <a:rect l="l" t="t" r="r" b="b"/>
            <a:pathLst>
              <a:path w="7783270" h="7783270">
                <a:moveTo>
                  <a:pt x="0" y="0"/>
                </a:moveTo>
                <a:lnTo>
                  <a:pt x="7783270" y="0"/>
                </a:lnTo>
                <a:lnTo>
                  <a:pt x="7783270" y="7783271"/>
                </a:lnTo>
                <a:lnTo>
                  <a:pt x="0" y="77832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 rot="-10800000" flipH="1" flipV="1">
            <a:off x="-5913665" y="993580"/>
            <a:ext cx="6942365" cy="8264720"/>
          </a:xfrm>
          <a:custGeom>
            <a:avLst/>
            <a:gdLst/>
            <a:ahLst/>
            <a:cxnLst/>
            <a:rect l="l" t="t" r="r" b="b"/>
            <a:pathLst>
              <a:path w="6942365" h="8264720">
                <a:moveTo>
                  <a:pt x="6942365" y="8264720"/>
                </a:moveTo>
                <a:lnTo>
                  <a:pt x="0" y="8264720"/>
                </a:lnTo>
                <a:lnTo>
                  <a:pt x="0" y="0"/>
                </a:lnTo>
                <a:lnTo>
                  <a:pt x="6942365" y="0"/>
                </a:lnTo>
                <a:lnTo>
                  <a:pt x="6942365" y="82647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 rot="-10800000">
            <a:off x="-7029269" y="4450841"/>
            <a:ext cx="7783270" cy="7783270"/>
          </a:xfrm>
          <a:custGeom>
            <a:avLst/>
            <a:gdLst/>
            <a:ahLst/>
            <a:cxnLst/>
            <a:rect l="l" t="t" r="r" b="b"/>
            <a:pathLst>
              <a:path w="7783270" h="7783270">
                <a:moveTo>
                  <a:pt x="0" y="0"/>
                </a:moveTo>
                <a:lnTo>
                  <a:pt x="7783270" y="0"/>
                </a:lnTo>
                <a:lnTo>
                  <a:pt x="7783270" y="7783270"/>
                </a:lnTo>
                <a:lnTo>
                  <a:pt x="0" y="7783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 rot="-10800000">
            <a:off x="16869401" y="7341837"/>
            <a:ext cx="4645726" cy="4645726"/>
          </a:xfrm>
          <a:custGeom>
            <a:avLst/>
            <a:gdLst/>
            <a:ahLst/>
            <a:cxnLst/>
            <a:rect l="l" t="t" r="r" b="b"/>
            <a:pathLst>
              <a:path w="4645726" h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 rot="-10800000">
            <a:off x="-2281014" y="-2716014"/>
            <a:ext cx="4645726" cy="4645726"/>
          </a:xfrm>
          <a:custGeom>
            <a:avLst/>
            <a:gdLst/>
            <a:ahLst/>
            <a:cxnLst/>
            <a:rect l="l" t="t" r="r" b="b"/>
            <a:pathLst>
              <a:path w="4645726" h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>
            <a:off x="754001" y="599379"/>
            <a:ext cx="4398861" cy="1757536"/>
          </a:xfrm>
          <a:custGeom>
            <a:avLst/>
            <a:gdLst/>
            <a:ahLst/>
            <a:cxnLst/>
            <a:rect l="l" t="t" r="r" b="b"/>
            <a:pathLst>
              <a:path w="4398861" h="1757536">
                <a:moveTo>
                  <a:pt x="0" y="0"/>
                </a:moveTo>
                <a:lnTo>
                  <a:pt x="4398861" y="0"/>
                </a:lnTo>
                <a:lnTo>
                  <a:pt x="4398861" y="1757536"/>
                </a:lnTo>
                <a:lnTo>
                  <a:pt x="0" y="17575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TextBox 9"/>
          <p:cNvSpPr txBox="1"/>
          <p:nvPr/>
        </p:nvSpPr>
        <p:spPr>
          <a:xfrm>
            <a:off x="1028700" y="2949870"/>
            <a:ext cx="16230600" cy="347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40"/>
              </a:lnSpc>
            </a:pPr>
            <a:r>
              <a:rPr lang="en-US" sz="8000" b="1">
                <a:solidFill>
                  <a:srgbClr val="2B7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Eficácia da Intervenção Digital MindMove na Saúde Mental de Universitários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621578" y="599379"/>
            <a:ext cx="4769990" cy="1120118"/>
            <a:chOff x="0" y="0"/>
            <a:chExt cx="1256294" cy="2950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6294" cy="295011"/>
            </a:xfrm>
            <a:custGeom>
              <a:avLst/>
              <a:gdLst/>
              <a:ahLst/>
              <a:cxnLst/>
              <a:rect l="l" t="t" r="r" b="b"/>
              <a:pathLst>
                <a:path w="1256294" h="295011">
                  <a:moveTo>
                    <a:pt x="0" y="0"/>
                  </a:moveTo>
                  <a:lnTo>
                    <a:pt x="1256294" y="0"/>
                  </a:lnTo>
                  <a:lnTo>
                    <a:pt x="1256294" y="295011"/>
                  </a:lnTo>
                  <a:lnTo>
                    <a:pt x="0" y="295011"/>
                  </a:lnTo>
                  <a:close/>
                </a:path>
              </a:pathLst>
            </a:custGeom>
            <a:solidFill>
              <a:srgbClr val="FFFFF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56294" cy="342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281427" y="6414510"/>
            <a:ext cx="11725146" cy="67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MindMove: Ensaio Clínico em Saúde Mental Digital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756650"/>
            <a:ext cx="7053201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Trabalho realizado por: Ana Sofia Moreira, Flávio Vieira, Gabriela Carneiro e Maria Leonor Fernandes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51510" y="876863"/>
            <a:ext cx="7188394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Unidade Curricular de Ferramentas da Produtividade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621578" y="8544582"/>
            <a:ext cx="4769990" cy="1120118"/>
            <a:chOff x="0" y="0"/>
            <a:chExt cx="1256294" cy="29501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56294" cy="295011"/>
            </a:xfrm>
            <a:custGeom>
              <a:avLst/>
              <a:gdLst/>
              <a:ahLst/>
              <a:cxnLst/>
              <a:rect l="l" t="t" r="r" b="b"/>
              <a:pathLst>
                <a:path w="1256294" h="295011">
                  <a:moveTo>
                    <a:pt x="0" y="0"/>
                  </a:moveTo>
                  <a:lnTo>
                    <a:pt x="1256294" y="0"/>
                  </a:lnTo>
                  <a:lnTo>
                    <a:pt x="1256294" y="295011"/>
                  </a:lnTo>
                  <a:lnTo>
                    <a:pt x="0" y="295011"/>
                  </a:lnTo>
                  <a:close/>
                </a:path>
              </a:pathLst>
            </a:custGeom>
            <a:solidFill>
              <a:srgbClr val="FFFFF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256294" cy="342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4761400" y="8756650"/>
            <a:ext cx="7053201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 de maio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63648" y="2994984"/>
            <a:ext cx="13960701" cy="536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A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transição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para o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ensino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superior é um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período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de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elevada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vulnerabilidade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estimando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-se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que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b="1" dirty="0">
                <a:solidFill>
                  <a:srgbClr val="000000"/>
                </a:solidFill>
                <a:latin typeface="Calibri (MS)" panose="020B0604020202020204" charset="0"/>
                <a:ea typeface="Calibri (MS) Bold"/>
                <a:cs typeface="Calibri (MS)" panose="020B0604020202020204" charset="0"/>
                <a:sym typeface="Calibri (MS) Bold"/>
              </a:rPr>
              <a:t>um </a:t>
            </a:r>
            <a:r>
              <a:rPr lang="en-US" sz="2500" b="1" dirty="0" err="1">
                <a:solidFill>
                  <a:srgbClr val="000000"/>
                </a:solidFill>
                <a:latin typeface="Calibri (MS)" panose="020B0604020202020204" charset="0"/>
                <a:ea typeface="Calibri (MS) Bold"/>
                <a:cs typeface="Calibri (MS)" panose="020B0604020202020204" charset="0"/>
                <a:sym typeface="Calibri (MS) Bold"/>
              </a:rPr>
              <a:t>terço</a:t>
            </a:r>
            <a:r>
              <a:rPr lang="en-US" sz="2500" b="1" dirty="0">
                <a:solidFill>
                  <a:srgbClr val="000000"/>
                </a:solidFill>
                <a:latin typeface="Calibri (MS)" panose="020B0604020202020204" charset="0"/>
                <a:ea typeface="Calibri (MS) Bold"/>
                <a:cs typeface="Calibri (MS)" panose="020B0604020202020204" charset="0"/>
                <a:sym typeface="Calibri (MS) Bold"/>
              </a:rPr>
              <a:t> dos </a:t>
            </a:r>
            <a:r>
              <a:rPr lang="en-US" sz="2500" b="1" dirty="0" err="1">
                <a:solidFill>
                  <a:srgbClr val="000000"/>
                </a:solidFill>
                <a:latin typeface="Calibri (MS)" panose="020B0604020202020204" charset="0"/>
                <a:ea typeface="Calibri (MS) Bold"/>
                <a:cs typeface="Calibri (MS)" panose="020B0604020202020204" charset="0"/>
                <a:sym typeface="Calibri (MS) Bold"/>
              </a:rPr>
              <a:t>estudantes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sofra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de mal-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estar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psicológico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. </a:t>
            </a:r>
          </a:p>
          <a:p>
            <a:pPr marL="0" lvl="0" indent="0" algn="just">
              <a:lnSpc>
                <a:spcPct val="150000"/>
              </a:lnSpc>
            </a:pPr>
            <a:endParaRPr lang="en-US" sz="2500" dirty="0">
              <a:solidFill>
                <a:srgbClr val="000000"/>
              </a:solidFill>
              <a:latin typeface="Calibri (MS)" panose="020B0604020202020204" charset="0"/>
              <a:ea typeface="Calibri (MS)"/>
              <a:cs typeface="Calibri (MS)" panose="020B0604020202020204" charset="0"/>
              <a:sym typeface="Calibri (MS)"/>
            </a:endParaRPr>
          </a:p>
          <a:p>
            <a:pPr marL="0" lvl="0" indent="0" algn="just">
              <a:lnSpc>
                <a:spcPct val="150000"/>
              </a:lnSpc>
            </a:pPr>
            <a:r>
              <a:rPr lang="en-US" sz="3500" b="1" dirty="0" err="1">
                <a:solidFill>
                  <a:srgbClr val="000000"/>
                </a:solidFill>
                <a:latin typeface="Calibri (MS)" panose="020B0604020202020204" charset="0"/>
                <a:ea typeface="Calibri (MS) Bold"/>
                <a:cs typeface="Calibri (MS)" panose="020B0604020202020204" charset="0"/>
                <a:sym typeface="Calibri (MS) Bold"/>
              </a:rPr>
              <a:t>MindMove</a:t>
            </a:r>
            <a:endParaRPr lang="en-US" sz="3500" b="1" dirty="0">
              <a:solidFill>
                <a:srgbClr val="000000"/>
              </a:solidFill>
              <a:latin typeface="Calibri (MS)" panose="020B0604020202020204" charset="0"/>
              <a:ea typeface="Calibri (MS) Bold"/>
              <a:cs typeface="Calibri (MS)" panose="020B0604020202020204" charset="0"/>
              <a:sym typeface="Calibri (MS) Bold"/>
            </a:endParaRPr>
          </a:p>
          <a:p>
            <a:pPr lvl="0" algn="just">
              <a:lnSpc>
                <a:spcPct val="150000"/>
              </a:lnSpc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A </a:t>
            </a:r>
            <a:r>
              <a:rPr lang="pt-PT" sz="2500" b="1" dirty="0" err="1">
                <a:latin typeface="Calibri (MS)" panose="020B0604020202020204" charset="0"/>
                <a:cs typeface="Calibri (MS)" panose="020B0604020202020204" charset="0"/>
              </a:rPr>
              <a:t>MindMove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colmata esta lacuna através de uma </a:t>
            </a: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intervenção digital multimodal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que permite monitorizar ativamente o </a:t>
            </a: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sono e exercício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. Focada em sintomas </a:t>
            </a: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ligeiros a moderados 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a aplicação procura evitar o agravamento clínico. Ao comparar a app com o suporte informativo estático (</a:t>
            </a: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brochuras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), o estudo pretende demonstrar a eficácia de uma abordagem </a:t>
            </a: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escalável e superior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ao padrão de cuidado atual no contexto académico português.</a:t>
            </a:r>
            <a:endParaRPr lang="en-US" sz="2500" dirty="0">
              <a:solidFill>
                <a:srgbClr val="000000"/>
              </a:solidFill>
              <a:latin typeface="Calibri (MS)" panose="020B0604020202020204" charset="0"/>
              <a:ea typeface="Calibri (MS)"/>
              <a:cs typeface="Calibri (MS)" panose="020B0604020202020204" charset="0"/>
              <a:sym typeface="Calibri (MS)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544195" y="1297746"/>
            <a:ext cx="9199611" cy="183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sz="912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Racional</a:t>
            </a:r>
            <a:endParaRPr lang="en-US" sz="912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0" lvl="0" indent="0" algn="ctr">
              <a:lnSpc>
                <a:spcPts val="4600"/>
              </a:lnSpc>
            </a:pPr>
            <a:r>
              <a:rPr lang="en-US" sz="50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lacuna no </a:t>
            </a:r>
            <a:r>
              <a:rPr lang="en-US" sz="50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apoio</a:t>
            </a:r>
            <a:r>
              <a:rPr lang="en-US" sz="50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académico</a:t>
            </a:r>
            <a:endParaRPr lang="en-US" sz="50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310905" y="4382406"/>
            <a:ext cx="5862565" cy="761094"/>
            <a:chOff x="0" y="0"/>
            <a:chExt cx="1544050" cy="2004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44050" cy="200453"/>
            </a:xfrm>
            <a:custGeom>
              <a:avLst/>
              <a:gdLst/>
              <a:ahLst/>
              <a:cxnLst/>
              <a:rect l="l" t="t" r="r" b="b"/>
              <a:pathLst>
                <a:path w="1544050" h="200453">
                  <a:moveTo>
                    <a:pt x="67349" y="0"/>
                  </a:moveTo>
                  <a:lnTo>
                    <a:pt x="1476701" y="0"/>
                  </a:lnTo>
                  <a:cubicBezTo>
                    <a:pt x="1494563" y="0"/>
                    <a:pt x="1511693" y="7096"/>
                    <a:pt x="1524324" y="19726"/>
                  </a:cubicBezTo>
                  <a:cubicBezTo>
                    <a:pt x="1536954" y="32356"/>
                    <a:pt x="1544050" y="49487"/>
                    <a:pt x="1544050" y="67349"/>
                  </a:cubicBezTo>
                  <a:lnTo>
                    <a:pt x="1544050" y="133104"/>
                  </a:lnTo>
                  <a:cubicBezTo>
                    <a:pt x="1544050" y="150966"/>
                    <a:pt x="1536954" y="168096"/>
                    <a:pt x="1524324" y="180727"/>
                  </a:cubicBezTo>
                  <a:cubicBezTo>
                    <a:pt x="1511693" y="193357"/>
                    <a:pt x="1494563" y="200453"/>
                    <a:pt x="1476701" y="200453"/>
                  </a:cubicBezTo>
                  <a:lnTo>
                    <a:pt x="67349" y="200453"/>
                  </a:lnTo>
                  <a:cubicBezTo>
                    <a:pt x="30153" y="200453"/>
                    <a:pt x="0" y="170300"/>
                    <a:pt x="0" y="133104"/>
                  </a:cubicBezTo>
                  <a:lnTo>
                    <a:pt x="0" y="67349"/>
                  </a:lnTo>
                  <a:cubicBezTo>
                    <a:pt x="0" y="49487"/>
                    <a:pt x="7096" y="32356"/>
                    <a:pt x="19726" y="19726"/>
                  </a:cubicBezTo>
                  <a:cubicBezTo>
                    <a:pt x="32356" y="7096"/>
                    <a:pt x="49487" y="0"/>
                    <a:pt x="67349" y="0"/>
                  </a:cubicBezTo>
                  <a:close/>
                </a:path>
              </a:pathLst>
            </a:custGeom>
            <a:solidFill>
              <a:srgbClr val="BFDBFF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544050" cy="248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310905" y="5713576"/>
            <a:ext cx="5862565" cy="282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eficácia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intervenção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digital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MindMove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redução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dos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sintomas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depressivos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medidos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através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do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questionário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PHQ-9,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estudantes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universitários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44195" y="2238498"/>
            <a:ext cx="9199611" cy="1324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8"/>
              </a:lnSpc>
            </a:pPr>
            <a:r>
              <a:rPr lang="en-US" sz="91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172304" y="4424815"/>
            <a:ext cx="4139766" cy="56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 primário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140211" y="4382406"/>
            <a:ext cx="5862565" cy="761094"/>
            <a:chOff x="0" y="0"/>
            <a:chExt cx="1544050" cy="2004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44050" cy="200453"/>
            </a:xfrm>
            <a:custGeom>
              <a:avLst/>
              <a:gdLst/>
              <a:ahLst/>
              <a:cxnLst/>
              <a:rect l="l" t="t" r="r" b="b"/>
              <a:pathLst>
                <a:path w="1544050" h="200453">
                  <a:moveTo>
                    <a:pt x="67349" y="0"/>
                  </a:moveTo>
                  <a:lnTo>
                    <a:pt x="1476701" y="0"/>
                  </a:lnTo>
                  <a:cubicBezTo>
                    <a:pt x="1494563" y="0"/>
                    <a:pt x="1511693" y="7096"/>
                    <a:pt x="1524324" y="19726"/>
                  </a:cubicBezTo>
                  <a:cubicBezTo>
                    <a:pt x="1536954" y="32356"/>
                    <a:pt x="1544050" y="49487"/>
                    <a:pt x="1544050" y="67349"/>
                  </a:cubicBezTo>
                  <a:lnTo>
                    <a:pt x="1544050" y="133104"/>
                  </a:lnTo>
                  <a:cubicBezTo>
                    <a:pt x="1544050" y="150966"/>
                    <a:pt x="1536954" y="168096"/>
                    <a:pt x="1524324" y="180727"/>
                  </a:cubicBezTo>
                  <a:cubicBezTo>
                    <a:pt x="1511693" y="193357"/>
                    <a:pt x="1494563" y="200453"/>
                    <a:pt x="1476701" y="200453"/>
                  </a:cubicBezTo>
                  <a:lnTo>
                    <a:pt x="67349" y="200453"/>
                  </a:lnTo>
                  <a:cubicBezTo>
                    <a:pt x="30153" y="200453"/>
                    <a:pt x="0" y="170300"/>
                    <a:pt x="0" y="133104"/>
                  </a:cubicBezTo>
                  <a:lnTo>
                    <a:pt x="0" y="67349"/>
                  </a:lnTo>
                  <a:cubicBezTo>
                    <a:pt x="0" y="49487"/>
                    <a:pt x="7096" y="32356"/>
                    <a:pt x="19726" y="19726"/>
                  </a:cubicBezTo>
                  <a:cubicBezTo>
                    <a:pt x="32356" y="7096"/>
                    <a:pt x="49487" y="0"/>
                    <a:pt x="67349" y="0"/>
                  </a:cubicBezTo>
                  <a:close/>
                </a:path>
              </a:pathLst>
            </a:custGeom>
            <a:solidFill>
              <a:srgbClr val="BFDBFF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544050" cy="248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001610" y="4424815"/>
            <a:ext cx="4139766" cy="56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secundários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40211" y="5713576"/>
            <a:ext cx="5862565" cy="224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impacto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ansiedade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(GAD-7),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qualidade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do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sono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(PSQI),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níveis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atividade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física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adesão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à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intervenção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usabilidade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da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aplicação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(SUS).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63650" y="4401136"/>
            <a:ext cx="13960701" cy="3744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Ensaio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clínico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randomizado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(RCT)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paralelo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 30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participantes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alocação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1:1. O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grupo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intervenção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utiliza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aplicação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MindMove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monitorização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alertas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conteúdo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educativo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grupo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lista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espera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recebe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brochuras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informativas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(standard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ofcare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).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Período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do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estudo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21 a 27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março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2026 (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piloto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).</a:t>
            </a:r>
          </a:p>
          <a:p>
            <a:pPr marL="0" lvl="0" indent="0" algn="just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0" lvl="0" indent="0" algn="ctr">
              <a:lnSpc>
                <a:spcPts val="3431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544195" y="2496308"/>
            <a:ext cx="9199611" cy="1324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8"/>
              </a:lnSpc>
            </a:pPr>
            <a:r>
              <a:rPr lang="en-US" sz="91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Desenho de Estudo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47800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2443244" y="6138640"/>
            <a:ext cx="1368110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pt-PT"/>
          </a:p>
        </p:txBody>
      </p:sp>
      <p:grpSp>
        <p:nvGrpSpPr>
          <p:cNvPr id="15" name="Group 15"/>
          <p:cNvGrpSpPr/>
          <p:nvPr/>
        </p:nvGrpSpPr>
        <p:grpSpPr>
          <a:xfrm>
            <a:off x="2227395" y="6015242"/>
            <a:ext cx="246796" cy="24679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350793" y="1666679"/>
            <a:ext cx="13773557" cy="2382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8"/>
              </a:lnSpc>
            </a:pPr>
            <a:r>
              <a:rPr lang="en-US" sz="91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Metodologia e fluxo do estudo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673853" y="6015242"/>
            <a:ext cx="246796" cy="24679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149499" y="6015242"/>
            <a:ext cx="246796" cy="2467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625146" y="6015242"/>
            <a:ext cx="246796" cy="246796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00792" y="6015242"/>
            <a:ext cx="246796" cy="24679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576438" y="6015242"/>
            <a:ext cx="246796" cy="246796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540770" y="5218783"/>
            <a:ext cx="2141633" cy="680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b="1" dirty="0" err="1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Recrutamento</a:t>
            </a:r>
            <a:r>
              <a:rPr lang="en-US" sz="2200" b="1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 e </a:t>
            </a:r>
            <a:r>
              <a:rPr lang="en-US" sz="2200" b="1" dirty="0" err="1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Triagem</a:t>
            </a:r>
            <a:endParaRPr lang="en-US" sz="2200" b="1" dirty="0">
              <a:solidFill>
                <a:srgbClr val="000000"/>
              </a:solidFill>
              <a:latin typeface="Calibri (MS)" panose="020B0604020202020204" charset="0"/>
              <a:ea typeface="Stinger Fit"/>
              <a:cs typeface="Calibri (MS)" panose="020B0604020202020204" charset="0"/>
              <a:sym typeface="Stinger Fit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628469" y="5256091"/>
            <a:ext cx="2463316" cy="680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Baseline e </a:t>
            </a:r>
            <a:r>
              <a:rPr lang="en-US" sz="2200" b="1" dirty="0" err="1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Randomização</a:t>
            </a:r>
            <a:r>
              <a:rPr lang="en-US" sz="2200" b="1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51751" y="5198770"/>
            <a:ext cx="1642291" cy="67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pt-PT" sz="2200" b="1" dirty="0">
                <a:latin typeface="Calibri (MS)" panose="020B0604020202020204" charset="0"/>
                <a:cs typeface="Calibri (MS)" panose="020B0604020202020204" charset="0"/>
              </a:rPr>
              <a:t>Início da Intervenção</a:t>
            </a:r>
            <a:endParaRPr lang="en-US" sz="2200" b="1" dirty="0">
              <a:solidFill>
                <a:srgbClr val="000000"/>
              </a:solidFill>
              <a:latin typeface="Calibri (MS)" panose="020B0604020202020204" charset="0"/>
              <a:ea typeface="Stinger Fit"/>
              <a:cs typeface="Calibri (MS)" panose="020B0604020202020204" charset="0"/>
              <a:sym typeface="Stinger Fit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A448EE5-1115-BAFA-55D9-05FF2B60D281}"/>
              </a:ext>
            </a:extLst>
          </p:cNvPr>
          <p:cNvSpPr txBox="1"/>
          <p:nvPr/>
        </p:nvSpPr>
        <p:spPr>
          <a:xfrm>
            <a:off x="13916894" y="5462729"/>
            <a:ext cx="1565884" cy="42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pt-PT" sz="2200" b="1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Follow-up</a:t>
            </a:r>
            <a:endParaRPr lang="en-US" sz="2200" b="1" dirty="0">
              <a:solidFill>
                <a:srgbClr val="000000"/>
              </a:solidFill>
              <a:latin typeface="Calibri (MS)" panose="020B0604020202020204" charset="0"/>
              <a:ea typeface="Stinger Fit"/>
              <a:cs typeface="Calibri (MS)" panose="020B0604020202020204" charset="0"/>
              <a:sym typeface="Stinger Fit"/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75C0113-4FE2-B7A2-65DA-5CE5513D10EC}"/>
              </a:ext>
            </a:extLst>
          </p:cNvPr>
          <p:cNvSpPr txBox="1"/>
          <p:nvPr/>
        </p:nvSpPr>
        <p:spPr>
          <a:xfrm>
            <a:off x="11256899" y="5150257"/>
            <a:ext cx="1931799" cy="77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pt-PT" sz="2200" b="1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Avaliação final/ </a:t>
            </a:r>
            <a:r>
              <a:rPr lang="pt-PT" sz="2200" b="1" dirty="0" err="1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post-test</a:t>
            </a:r>
            <a:endParaRPr lang="en-US" sz="2200" b="1" dirty="0">
              <a:solidFill>
                <a:srgbClr val="000000"/>
              </a:solidFill>
              <a:latin typeface="Calibri (MS)" panose="020B0604020202020204" charset="0"/>
              <a:ea typeface="Stinger Fit"/>
              <a:cs typeface="Calibri (MS)" panose="020B0604020202020204" charset="0"/>
              <a:sym typeface="Stinger Fit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D7B652D-E054-35DE-4076-53C8FE097115}"/>
              </a:ext>
            </a:extLst>
          </p:cNvPr>
          <p:cNvSpPr txBox="1"/>
          <p:nvPr/>
        </p:nvSpPr>
        <p:spPr>
          <a:xfrm>
            <a:off x="8979801" y="5160729"/>
            <a:ext cx="1537486" cy="77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pt-PT" sz="2200" b="1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Avaliação Intermédia</a:t>
            </a:r>
            <a:endParaRPr lang="en-US" sz="2200" b="1" dirty="0">
              <a:solidFill>
                <a:srgbClr val="000000"/>
              </a:solidFill>
              <a:latin typeface="Calibri (MS)" panose="020B0604020202020204" charset="0"/>
              <a:ea typeface="Stinger Fit"/>
              <a:cs typeface="Calibri (MS)" panose="020B0604020202020204" charset="0"/>
              <a:sym typeface="Stinger Fit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021C95D-9FEF-129B-6BFE-7DEE5A03AFA9}"/>
              </a:ext>
            </a:extLst>
          </p:cNvPr>
          <p:cNvSpPr txBox="1"/>
          <p:nvPr/>
        </p:nvSpPr>
        <p:spPr>
          <a:xfrm>
            <a:off x="4069673" y="6545773"/>
            <a:ext cx="1405211" cy="42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Dia 0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012E857-08EE-77AF-9525-05B6E3D2E920}"/>
              </a:ext>
            </a:extLst>
          </p:cNvPr>
          <p:cNvSpPr txBox="1"/>
          <p:nvPr/>
        </p:nvSpPr>
        <p:spPr>
          <a:xfrm>
            <a:off x="1800587" y="6542904"/>
            <a:ext cx="1405211" cy="77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Semanas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-2 a 0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F1E2E988-4F79-4F99-CFB6-CF951B5D559B}"/>
              </a:ext>
            </a:extLst>
          </p:cNvPr>
          <p:cNvSpPr txBox="1"/>
          <p:nvPr/>
        </p:nvSpPr>
        <p:spPr>
          <a:xfrm>
            <a:off x="6570290" y="6548245"/>
            <a:ext cx="1405211" cy="77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Semanas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1 a 8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7EFB66F-12CB-213E-0E9A-27E9F17DC130}"/>
              </a:ext>
            </a:extLst>
          </p:cNvPr>
          <p:cNvSpPr txBox="1"/>
          <p:nvPr/>
        </p:nvSpPr>
        <p:spPr>
          <a:xfrm>
            <a:off x="9045938" y="6541184"/>
            <a:ext cx="1405211" cy="42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Semana 4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B72C2D19-59F3-56EB-2797-2A6D2BDB7C7F}"/>
              </a:ext>
            </a:extLst>
          </p:cNvPr>
          <p:cNvSpPr txBox="1"/>
          <p:nvPr/>
        </p:nvSpPr>
        <p:spPr>
          <a:xfrm>
            <a:off x="11546555" y="6541184"/>
            <a:ext cx="1405211" cy="42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Semana 8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82244D29-6D4C-C88A-6C0F-BCE9730474E5}"/>
              </a:ext>
            </a:extLst>
          </p:cNvPr>
          <p:cNvSpPr txBox="1"/>
          <p:nvPr/>
        </p:nvSpPr>
        <p:spPr>
          <a:xfrm>
            <a:off x="13868516" y="6548403"/>
            <a:ext cx="1662640" cy="42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Semana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57221" y="2126293"/>
            <a:ext cx="13773557" cy="1324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8"/>
              </a:lnSpc>
            </a:pPr>
            <a:r>
              <a:rPr lang="en-US" sz="91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Critérios de elegibilidade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57221" y="3492945"/>
            <a:ext cx="6200371" cy="6337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5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Critérios</a:t>
            </a: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 </a:t>
            </a:r>
            <a:r>
              <a:rPr lang="en-US" sz="35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Inclusão</a:t>
            </a: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•Estudantes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universitários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matriculados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Idade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entre 18 e 30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Pontuação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PHQ-9 ≥ 5 (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sintomas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depressivos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leves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moderados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Acesso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smartphone com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iOS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Android;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Capacidade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fornecer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consentimento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informado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>
              <a:lnSpc>
                <a:spcPts val="3749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3749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70118" y="3451051"/>
            <a:ext cx="6886779" cy="413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5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Critérios</a:t>
            </a: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 </a:t>
            </a:r>
            <a:r>
              <a:rPr lang="en-US" sz="35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Exclusão</a:t>
            </a: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Tratamento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psiquiátrico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ativo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curso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Presença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suicida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(item 9 do PHQ-9 ≥ 2);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Diagnóstico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perturbação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psicótica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bipolar;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Participação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noutro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ensaio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clínico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saúde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mental;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Incapacidade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compreender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português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escrito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ctr">
              <a:lnSpc>
                <a:spcPts val="3749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57221" y="2126293"/>
            <a:ext cx="13773557" cy="1324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8"/>
              </a:lnSpc>
            </a:pPr>
            <a:r>
              <a:rPr lang="en-US" sz="91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Metodologia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57221" y="3702838"/>
            <a:ext cx="13773557" cy="431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Grupo Intervenção: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MindMove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funcionalidades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integradas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monitorização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contínua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sintomas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alertas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personalizados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baseados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dados,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conteúdo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educativo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sobre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saúde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mental 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exercícios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bem-estar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ct val="150000"/>
              </a:lnSpc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Grupo </a:t>
            </a:r>
            <a:r>
              <a:rPr lang="en-US" sz="35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Controlo</a:t>
            </a: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Brochuras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informativas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sobre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saúde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mental (standard of care): material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educativo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convencional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sem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componente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digital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interativo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servindo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comparador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ativo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E0810-9546-AA19-E9EC-477C71AA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49E9DE4-30B2-6F3A-F6FE-EA05B1F9CDC4}"/>
              </a:ext>
            </a:extLst>
          </p:cNvPr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B7B50A-1C17-094C-246C-9BB19B4C0E29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C6A1BB5-349D-A1CC-7FDA-39C38C44661F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E86219B-FEEF-0AA1-F121-B2A6AC144C0A}"/>
              </a:ext>
            </a:extLst>
          </p:cNvPr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792C25A-F8D6-E17F-6CA2-D527C829D607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6A20D79-8126-7A60-806C-53FE1687B900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68605E2-423F-7C95-6E97-93BA02D5E657}"/>
              </a:ext>
            </a:extLst>
          </p:cNvPr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71CBC28-95E3-2B2D-151B-C77C7987EA5A}"/>
                </a:ext>
              </a:extLst>
            </p:cNvPr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FF6BD67-2E36-F3B7-D2AD-2A869AB90E79}"/>
                </a:ext>
              </a:extLst>
            </p:cNvPr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517E098-A16C-236F-38B2-E8EDA910CFEE}"/>
              </a:ext>
            </a:extLst>
          </p:cNvPr>
          <p:cNvGrpSpPr/>
          <p:nvPr/>
        </p:nvGrpSpPr>
        <p:grpSpPr>
          <a:xfrm>
            <a:off x="1518575" y="1099664"/>
            <a:ext cx="15250847" cy="8229600"/>
            <a:chOff x="0" y="0"/>
            <a:chExt cx="4016684" cy="2167467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16AB019-1848-08F2-7499-7AA062C308DC}"/>
                </a:ext>
              </a:extLst>
            </p:cNvPr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8CA8FAF-F3D3-EF92-49B4-713FB2C0CE6E}"/>
                </a:ext>
              </a:extLst>
            </p:cNvPr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10C22223-EA7A-3163-0E0C-91EC47938E2C}"/>
              </a:ext>
            </a:extLst>
          </p:cNvPr>
          <p:cNvSpPr txBox="1"/>
          <p:nvPr/>
        </p:nvSpPr>
        <p:spPr>
          <a:xfrm>
            <a:off x="2257221" y="1792197"/>
            <a:ext cx="13773557" cy="111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8"/>
              </a:lnSpc>
            </a:pPr>
            <a:r>
              <a:rPr lang="en-US" sz="912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Outcomes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B4645BA-21B6-4F44-BBAF-6DC984CB2EE7}"/>
              </a:ext>
            </a:extLst>
          </p:cNvPr>
          <p:cNvSpPr txBox="1"/>
          <p:nvPr/>
        </p:nvSpPr>
        <p:spPr>
          <a:xfrm>
            <a:off x="2242425" y="3198422"/>
            <a:ext cx="13773557" cy="578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500" b="1" dirty="0" err="1">
                <a:latin typeface="Calibri (MS)" panose="020B0604020202020204" charset="0"/>
                <a:cs typeface="Calibri (MS)" panose="020B0604020202020204" charset="0"/>
              </a:rPr>
              <a:t>Outcome</a:t>
            </a: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 Primário: 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Variação no score PHQ-9 (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Patient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Health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Questionnaire-9) para avaliação da redução de sintomas depressivos.</a:t>
            </a:r>
          </a:p>
          <a:p>
            <a:pPr>
              <a:lnSpc>
                <a:spcPct val="150000"/>
              </a:lnSpc>
            </a:pPr>
            <a:endParaRPr lang="pt-PT" sz="2500" dirty="0">
              <a:latin typeface="Calibri (MS)" panose="020B0604020202020204" charset="0"/>
              <a:cs typeface="Calibri (MS)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pt-PT" sz="2500" b="1" dirty="0" err="1">
                <a:latin typeface="Calibri (MS)" panose="020B0604020202020204" charset="0"/>
                <a:cs typeface="Calibri (MS)" panose="020B0604020202020204" charset="0"/>
              </a:rPr>
              <a:t>Outcomes</a:t>
            </a: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 Secundários: 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Adesão à intervenção digital e bem-estar geral medido pelo WHO-5 (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World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Health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Organization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Well-Being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Index).</a:t>
            </a:r>
          </a:p>
          <a:p>
            <a:pPr>
              <a:lnSpc>
                <a:spcPct val="150000"/>
              </a:lnSpc>
            </a:pPr>
            <a:br>
              <a:rPr lang="pt-PT" sz="2500" dirty="0">
                <a:latin typeface="Calibri (MS)" panose="020B0604020202020204" charset="0"/>
                <a:cs typeface="Calibri (MS)" panose="020B0604020202020204" charset="0"/>
              </a:rPr>
            </a:b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Usabilidade: 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Avaliação através do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System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Usability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Scale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(SUS) para medir a experiência do utilizador com a aplicação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MindMove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.</a:t>
            </a:r>
            <a:br>
              <a:rPr lang="pt-PT" sz="2800" dirty="0"/>
            </a:br>
            <a:br>
              <a:rPr lang="pt-PT" sz="2800" dirty="0"/>
            </a:b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  <p:extLst>
      <p:ext uri="{BB962C8B-B14F-4D97-AF65-F5344CB8AC3E}">
        <p14:creationId xmlns:p14="http://schemas.microsoft.com/office/powerpoint/2010/main" val="4017652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9901AF-3FD5-AE99-C56A-3618B3E5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8FA112E-8C0B-A4CC-EDAC-06EE502937EC}"/>
              </a:ext>
            </a:extLst>
          </p:cNvPr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5A093CA-F276-3A1A-34FE-3668F3A6F530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F9CCB97-9BC3-3AA5-3D5D-430577518E74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D8A01B2-A3FE-FA78-D2B7-272DDA9070E7}"/>
              </a:ext>
            </a:extLst>
          </p:cNvPr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0D94FBF-90C8-2D64-1AFF-0A275AF3FF68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8EEA087-482E-8C25-BD97-FB241B338C6C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996D2BC-4A66-257D-C12B-959ADFFD9103}"/>
              </a:ext>
            </a:extLst>
          </p:cNvPr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B55B418-D88E-F181-4639-3E67A937AACB}"/>
                </a:ext>
              </a:extLst>
            </p:cNvPr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D7729C4-9DA5-382F-0D1D-CB9F3FF9B86D}"/>
                </a:ext>
              </a:extLst>
            </p:cNvPr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FEB5578-3F3A-A610-E906-508F054604BE}"/>
              </a:ext>
            </a:extLst>
          </p:cNvPr>
          <p:cNvGrpSpPr/>
          <p:nvPr/>
        </p:nvGrpSpPr>
        <p:grpSpPr>
          <a:xfrm>
            <a:off x="1518575" y="1099664"/>
            <a:ext cx="15250847" cy="8229600"/>
            <a:chOff x="0" y="0"/>
            <a:chExt cx="4016684" cy="2167467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39867AD-2BBC-C027-57A5-14CD66662134}"/>
                </a:ext>
              </a:extLst>
            </p:cNvPr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AB4E9FB-D086-81BD-ACD3-F6437FCA9053}"/>
                </a:ext>
              </a:extLst>
            </p:cNvPr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6A4CE654-EDDB-8824-C9C5-E50047542B8F}"/>
              </a:ext>
            </a:extLst>
          </p:cNvPr>
          <p:cNvSpPr txBox="1"/>
          <p:nvPr/>
        </p:nvSpPr>
        <p:spPr>
          <a:xfrm>
            <a:off x="2257221" y="1792197"/>
            <a:ext cx="13773557" cy="111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8"/>
              </a:lnSpc>
            </a:pPr>
            <a:r>
              <a:rPr lang="en-US" sz="912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</a:t>
            </a:r>
            <a:r>
              <a:rPr lang="en-US" sz="912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12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Estatística</a:t>
            </a:r>
            <a:endParaRPr lang="en-US" sz="912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51B9642-EF55-6345-FE28-44B5ABBE63D8}"/>
              </a:ext>
            </a:extLst>
          </p:cNvPr>
          <p:cNvSpPr txBox="1"/>
          <p:nvPr/>
        </p:nvSpPr>
        <p:spPr>
          <a:xfrm>
            <a:off x="2242425" y="3198422"/>
            <a:ext cx="13773557" cy="5503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500" b="1" dirty="0">
                <a:latin typeface="Calibri (MS)" panose="020B0604020202020204" charset="0"/>
                <a:cs typeface="Calibri (MS)" panose="020B0604020202020204" charset="0"/>
              </a:rPr>
              <a:t>Métodos e Métricas: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Amostra piloto: n=30 participantes;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Modelos Lineares Mistos (LMM) para análise longitudinal;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Análise ITT (intenção de tratar) e Per-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Protocol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;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Cálculo do tamanho de efeito: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Cohen’s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d;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Comparação entre grupos ao longo do tempo.</a:t>
            </a:r>
          </a:p>
          <a:p>
            <a:pPr>
              <a:lnSpc>
                <a:spcPct val="150000"/>
              </a:lnSpc>
            </a:pPr>
            <a:br>
              <a:rPr lang="pt-PT" sz="2800" dirty="0"/>
            </a:br>
            <a:br>
              <a:rPr lang="pt-PT" sz="2800" dirty="0"/>
            </a:b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  <p:extLst>
      <p:ext uri="{BB962C8B-B14F-4D97-AF65-F5344CB8AC3E}">
        <p14:creationId xmlns:p14="http://schemas.microsoft.com/office/powerpoint/2010/main" val="197940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7C8D2-28F4-FB82-8DCE-DA5C9C805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BA3E4B9-7221-3689-7E99-3CF5084DDF10}"/>
              </a:ext>
            </a:extLst>
          </p:cNvPr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D7D1C98-75F1-7FAA-05F2-D54A70D76455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5EDB898-A782-710B-63DF-0BB33A8C5371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65E5467-DE4F-E481-2B17-A5B532867022}"/>
              </a:ext>
            </a:extLst>
          </p:cNvPr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333C350-7CF5-8085-6C86-A66BFD77ECA4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F2E1B97-25D9-DE17-F480-F3A93157D559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CB5BD7D-AB3B-B4CD-0DDB-41B18532E234}"/>
              </a:ext>
            </a:extLst>
          </p:cNvPr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8D37F49-8117-B1A1-D3FB-88AC98D4F34D}"/>
                </a:ext>
              </a:extLst>
            </p:cNvPr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26B78C4-78C1-69C8-0FF7-987CCA9E4800}"/>
                </a:ext>
              </a:extLst>
            </p:cNvPr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0A6F672-8711-E631-2051-BAA16BB1E997}"/>
              </a:ext>
            </a:extLst>
          </p:cNvPr>
          <p:cNvGrpSpPr/>
          <p:nvPr/>
        </p:nvGrpSpPr>
        <p:grpSpPr>
          <a:xfrm>
            <a:off x="1518575" y="1099664"/>
            <a:ext cx="15250847" cy="8229600"/>
            <a:chOff x="0" y="0"/>
            <a:chExt cx="4016684" cy="2167467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59D72C5-6002-2349-87A7-4128AEEFAF73}"/>
                </a:ext>
              </a:extLst>
            </p:cNvPr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DA019CF-0C28-6927-D858-DB394B15D0D8}"/>
                </a:ext>
              </a:extLst>
            </p:cNvPr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E7135E30-811A-A86B-899B-705C18AD03B8}"/>
              </a:ext>
            </a:extLst>
          </p:cNvPr>
          <p:cNvSpPr txBox="1"/>
          <p:nvPr/>
        </p:nvSpPr>
        <p:spPr>
          <a:xfrm>
            <a:off x="2281335" y="2789450"/>
            <a:ext cx="13773557" cy="113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8398"/>
              </a:lnSpc>
            </a:pPr>
            <a:r>
              <a:rPr lang="pt-PT" sz="9600" dirty="0"/>
              <a:t>Ética e proteção de dados</a:t>
            </a:r>
            <a:endParaRPr lang="en-US" sz="912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691930A-ABD0-0806-5F73-DD80B3B9A2C6}"/>
              </a:ext>
            </a:extLst>
          </p:cNvPr>
          <p:cNvSpPr txBox="1"/>
          <p:nvPr/>
        </p:nvSpPr>
        <p:spPr>
          <a:xfrm>
            <a:off x="2255741" y="4479114"/>
            <a:ext cx="13773557" cy="282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500" u="sng" dirty="0">
                <a:latin typeface="Calibri (MS)" panose="020B0604020202020204" charset="0"/>
                <a:cs typeface="Calibri (MS)" panose="020B0604020202020204" charset="0"/>
              </a:rPr>
              <a:t>Garantida através de: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Aprovação ética pela Comissão de Ética da FMUP.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Consentimento informado digital obtido via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landing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page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antes da participação no estudo.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Proteção de dados em conformidade com o RGPD.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Dados anonimizados e armazenados em servidores seguros com encriptação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end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-to-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end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9099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C47EF-C218-C608-ABA7-1E7654736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4F73B40-21E3-959F-F891-4E5B9E99F25B}"/>
              </a:ext>
            </a:extLst>
          </p:cNvPr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778DC82-E535-7678-1662-E1D350DD1F8A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AF80A67-5AA3-6170-B751-A9C2A3537F78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125C3E4-A852-75AB-8B99-36006B2386A9}"/>
              </a:ext>
            </a:extLst>
          </p:cNvPr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B6581E4-9856-A088-2FFD-861531B91A22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3C7EC36-E08D-E487-E4FA-82B83E915CE9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703A750-008F-1D53-0605-D7B18000C7C1}"/>
              </a:ext>
            </a:extLst>
          </p:cNvPr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541A88D-3052-CC23-A8EF-1D8C40570A00}"/>
                </a:ext>
              </a:extLst>
            </p:cNvPr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E3741F0-F615-9AA7-10A7-CEC48AC0A297}"/>
                </a:ext>
              </a:extLst>
            </p:cNvPr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434037D-30CB-1064-A17F-2D895632B98C}"/>
              </a:ext>
            </a:extLst>
          </p:cNvPr>
          <p:cNvGrpSpPr/>
          <p:nvPr/>
        </p:nvGrpSpPr>
        <p:grpSpPr>
          <a:xfrm>
            <a:off x="1518575" y="1099664"/>
            <a:ext cx="15250847" cy="8229600"/>
            <a:chOff x="0" y="0"/>
            <a:chExt cx="4016684" cy="2167467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303F246-7FE0-1F04-AD76-5A2F9FF6D44F}"/>
                </a:ext>
              </a:extLst>
            </p:cNvPr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7D11785-75B3-072E-6F24-020B66ABFCBA}"/>
                </a:ext>
              </a:extLst>
            </p:cNvPr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D5D60796-965F-9B45-39B1-26357F2A7862}"/>
              </a:ext>
            </a:extLst>
          </p:cNvPr>
          <p:cNvSpPr txBox="1"/>
          <p:nvPr/>
        </p:nvSpPr>
        <p:spPr>
          <a:xfrm>
            <a:off x="2281335" y="2789450"/>
            <a:ext cx="13773557" cy="113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8398"/>
              </a:lnSpc>
            </a:pPr>
            <a:r>
              <a:rPr lang="pt-PT" sz="9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Site QUARTO do projeto</a:t>
            </a:r>
            <a:endParaRPr lang="en-US" sz="912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9BC4B94-5B56-F7F8-FFE1-9FB46D355F94}"/>
              </a:ext>
            </a:extLst>
          </p:cNvPr>
          <p:cNvSpPr txBox="1"/>
          <p:nvPr/>
        </p:nvSpPr>
        <p:spPr>
          <a:xfrm>
            <a:off x="2255741" y="4479114"/>
            <a:ext cx="13773557" cy="579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800">
                <a:hlinkClick r:id="rId4"/>
              </a:rPr>
              <a:t>https://github.com/sofiawxys/Projeto_FerramentasProdutividade_G_2/tree/main/diagramas</a:t>
            </a:r>
            <a:endParaRPr lang="pt-PT" sz="2500" dirty="0">
              <a:latin typeface="Calibri (MS)" panose="020B0604020202020204" charset="0"/>
              <a:cs typeface="Calibri (MS)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34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3F49F-9121-D4A9-7F84-C2D22AEAC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1D398E4-34E4-733F-6E42-CF8F96E2BD51}"/>
              </a:ext>
            </a:extLst>
          </p:cNvPr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986324F-7B82-433D-E378-C397D9D07075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D03CC5E-68FB-BE30-7E43-7651EC561BD7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CC4EF3E-9E25-833A-3A1A-439B67960B97}"/>
              </a:ext>
            </a:extLst>
          </p:cNvPr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6238F9C-5EC6-D3B5-DB89-99B9155E9661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5C83329-0DA9-B02E-5244-805B2DF75BD2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FB9B969-343C-4C6B-154E-AFDE5E4B6029}"/>
              </a:ext>
            </a:extLst>
          </p:cNvPr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2C9FC04-DD6B-CD71-0B9F-0C3FD0E01F87}"/>
                </a:ext>
              </a:extLst>
            </p:cNvPr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D7788B8A-235B-C0F2-96ED-438F3D108B6B}"/>
                </a:ext>
              </a:extLst>
            </p:cNvPr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A36D9CF-907C-AF5F-9901-36BC33CBC0FB}"/>
              </a:ext>
            </a:extLst>
          </p:cNvPr>
          <p:cNvGrpSpPr/>
          <p:nvPr/>
        </p:nvGrpSpPr>
        <p:grpSpPr>
          <a:xfrm>
            <a:off x="1518575" y="1099664"/>
            <a:ext cx="15250847" cy="8229600"/>
            <a:chOff x="0" y="0"/>
            <a:chExt cx="4016684" cy="2167467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B1744AB-1B7C-5474-25F0-CF2420898ED9}"/>
                </a:ext>
              </a:extLst>
            </p:cNvPr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4E40922-B05E-A0EE-315A-347AC15515C8}"/>
                </a:ext>
              </a:extLst>
            </p:cNvPr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50245224-F589-0D6F-B389-0B1E7C26507A}"/>
              </a:ext>
            </a:extLst>
          </p:cNvPr>
          <p:cNvSpPr txBox="1"/>
          <p:nvPr/>
        </p:nvSpPr>
        <p:spPr>
          <a:xfrm>
            <a:off x="2460753" y="4996249"/>
            <a:ext cx="13773557" cy="207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8398"/>
              </a:lnSpc>
            </a:pPr>
            <a:r>
              <a:rPr lang="en-US" sz="55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Link do </a:t>
            </a:r>
            <a:r>
              <a:rPr lang="en-US" sz="5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vídeo</a:t>
            </a:r>
            <a:r>
              <a:rPr lang="en-US" sz="55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55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demonstrativo</a:t>
            </a:r>
            <a:r>
              <a:rPr lang="en-US" sz="55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do </a:t>
            </a:r>
            <a:r>
              <a:rPr lang="en-US" sz="55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</a:t>
            </a:r>
            <a:r>
              <a:rPr lang="en-US" sz="55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 App </a:t>
            </a:r>
            <a:r>
              <a:rPr lang="en-US" sz="55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MindMove</a:t>
            </a:r>
            <a:endParaRPr lang="en-US" sz="55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0308FB3-1071-6A7F-9B36-628632EFD52E}"/>
              </a:ext>
            </a:extLst>
          </p:cNvPr>
          <p:cNvSpPr txBox="1"/>
          <p:nvPr/>
        </p:nvSpPr>
        <p:spPr>
          <a:xfrm>
            <a:off x="2133600" y="3322468"/>
            <a:ext cx="13773557" cy="1225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800" dirty="0">
                <a:hlinkClick r:id="rId4"/>
              </a:rPr>
              <a:t>https://www.figma.com/make/jqpvN3R267yLQH77eYXytl/Criar-tela-inicial-MindMove?code-node-id=0-9&amp;fullscreen=1</a:t>
            </a:r>
            <a:endParaRPr lang="pt-PT" sz="2800" dirty="0"/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DC3D3241-746D-30FC-DCE5-9C5F521652F0}"/>
              </a:ext>
            </a:extLst>
          </p:cNvPr>
          <p:cNvSpPr txBox="1"/>
          <p:nvPr/>
        </p:nvSpPr>
        <p:spPr>
          <a:xfrm>
            <a:off x="2433734" y="2136571"/>
            <a:ext cx="13773557" cy="994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8398"/>
              </a:lnSpc>
            </a:pPr>
            <a:r>
              <a:rPr lang="en-US" sz="55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Link do </a:t>
            </a:r>
            <a:r>
              <a:rPr lang="en-US" sz="55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</a:t>
            </a:r>
            <a:r>
              <a:rPr lang="en-US" sz="55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 App </a:t>
            </a:r>
            <a:r>
              <a:rPr lang="en-US" sz="55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MindMove</a:t>
            </a:r>
            <a:endParaRPr lang="en-US" sz="55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77FC34A0-2CF6-32F8-B21B-DEFF1C72DD61}"/>
              </a:ext>
            </a:extLst>
          </p:cNvPr>
          <p:cNvSpPr txBox="1"/>
          <p:nvPr/>
        </p:nvSpPr>
        <p:spPr>
          <a:xfrm>
            <a:off x="2036717" y="7223119"/>
            <a:ext cx="13773557" cy="579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800" dirty="0">
                <a:hlinkClick r:id="rId5"/>
              </a:rPr>
              <a:t>https://www.youtube.com/watch?v=cAeMl6o3SJE</a:t>
            </a:r>
            <a:endParaRPr lang="pt-PT" sz="2800" dirty="0"/>
          </a:p>
        </p:txBody>
      </p:sp>
    </p:spTree>
    <p:extLst>
      <p:ext uri="{BB962C8B-B14F-4D97-AF65-F5344CB8AC3E}">
        <p14:creationId xmlns:p14="http://schemas.microsoft.com/office/powerpoint/2010/main" val="573965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DA699-FA34-951E-73CA-27D8BE20C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4C766D4-C0ED-D3F3-92A5-B2F867BC8FC5}"/>
              </a:ext>
            </a:extLst>
          </p:cNvPr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74FA93-4B73-0A6D-F4CB-D6DDA57B2329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3E2E9C9-C87A-8E7C-123D-2F624498DD32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94EF203-F23E-B3F6-1D65-AF4B165D32E5}"/>
              </a:ext>
            </a:extLst>
          </p:cNvPr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E34477E-0D72-3C61-1F9B-F2E5648E6386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DBBDF76-7E45-FF1E-8D2E-0DF988A4EAA6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FE0A4BB-469C-EF70-105E-8222DEA381B2}"/>
              </a:ext>
            </a:extLst>
          </p:cNvPr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3EACC3E-B742-88C1-5786-31DDAF02EE1E}"/>
                </a:ext>
              </a:extLst>
            </p:cNvPr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147973C-EF7E-0B6D-64D8-13F40117059E}"/>
                </a:ext>
              </a:extLst>
            </p:cNvPr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8551F4C-794E-CA8F-28CD-E5183FC17580}"/>
              </a:ext>
            </a:extLst>
          </p:cNvPr>
          <p:cNvGrpSpPr/>
          <p:nvPr/>
        </p:nvGrpSpPr>
        <p:grpSpPr>
          <a:xfrm>
            <a:off x="1518575" y="1099664"/>
            <a:ext cx="15250847" cy="8229600"/>
            <a:chOff x="0" y="0"/>
            <a:chExt cx="4016684" cy="2167467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8B60A89-A332-88D0-8A07-4BEFD27D9AF2}"/>
                </a:ext>
              </a:extLst>
            </p:cNvPr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7DF9E8E-D85B-BF47-A672-77C47FF1B4DF}"/>
                </a:ext>
              </a:extLst>
            </p:cNvPr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B272B9F0-40A7-4427-B51A-4E5DDA6B832B}"/>
              </a:ext>
            </a:extLst>
          </p:cNvPr>
          <p:cNvSpPr txBox="1"/>
          <p:nvPr/>
        </p:nvSpPr>
        <p:spPr>
          <a:xfrm>
            <a:off x="2281335" y="2246381"/>
            <a:ext cx="13773557" cy="113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8398"/>
              </a:lnSpc>
            </a:pPr>
            <a:r>
              <a:rPr lang="pt-PT" sz="9600" dirty="0"/>
              <a:t>Bibliografia: </a:t>
            </a:r>
            <a:endParaRPr lang="en-US" sz="912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F279FE4-F69E-CCDE-DB5A-92E42D029A23}"/>
              </a:ext>
            </a:extLst>
          </p:cNvPr>
          <p:cNvSpPr txBox="1"/>
          <p:nvPr/>
        </p:nvSpPr>
        <p:spPr>
          <a:xfrm>
            <a:off x="2257219" y="3674297"/>
            <a:ext cx="13773557" cy="167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Moreira ASB, Vieira FFL, Carneiro GG, Fernandes MLP. Eficácia de uma Intervenção Digital Multimodal (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MindMove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) na Redução de Sintomas Depressivos em Estudantes Universitários: Um Estudo Controlado Randomizado. Porto: Faculdade de Medicina da Universidade do Porto; 2026. Protocolo Versão 1.0.</a:t>
            </a:r>
          </a:p>
        </p:txBody>
      </p:sp>
    </p:spTree>
    <p:extLst>
      <p:ext uri="{BB962C8B-B14F-4D97-AF65-F5344CB8AC3E}">
        <p14:creationId xmlns:p14="http://schemas.microsoft.com/office/powerpoint/2010/main" val="563614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753</Words>
  <Application>Microsoft Office PowerPoint</Application>
  <PresentationFormat>Personalizados</PresentationFormat>
  <Paragraphs>81</Paragraphs>
  <Slides>13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8" baseType="lpstr">
      <vt:lpstr>Calibri (MS)</vt:lpstr>
      <vt:lpstr>Calibri</vt:lpstr>
      <vt:lpstr>Calibri (MS)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MindMove</dc:title>
  <cp:lastModifiedBy>Gabriela Carneiro</cp:lastModifiedBy>
  <cp:revision>1</cp:revision>
  <dcterms:created xsi:type="dcterms:W3CDTF">2006-08-16T00:00:00Z</dcterms:created>
  <dcterms:modified xsi:type="dcterms:W3CDTF">2026-05-14T08:17:07Z</dcterms:modified>
  <dc:identifier>DAHIQMFlzDU</dc:identifier>
</cp:coreProperties>
</file>