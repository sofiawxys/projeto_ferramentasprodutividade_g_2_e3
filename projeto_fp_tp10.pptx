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E57953-2B8F-BB10-7347-C403611E8D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2364709-A133-FDFE-227E-E3FE791A5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9A98DFC-BE5A-FD53-B712-9A9C052DB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0520983-D9A7-15B7-9470-FB5E58F35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E12A46F-7C06-CC11-D399-7471A6680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57383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069AF9-C00D-BC43-3A92-EDC23E670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24CD779-3060-5292-C825-D992F7851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EE90A74-AE6A-40A2-952E-3FAD9760A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B93BA8B-6FCF-2FDA-519C-96800F44F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6A38C84-CF86-0A1D-3E20-71A76CEB3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14503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58B52E-8D71-4A6D-56C7-B1DDEE04D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E7EEBB6-D898-F1BB-EAFF-28B7D045C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F35A7BF-D6E3-21C9-4187-3FBB86E70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83D6166-B65E-52A8-235F-9CBE11BE8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263D527-50E5-1A1C-38AF-F62571F09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10320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D4D8A2-4CB8-7606-5FC4-A682595A1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0B59DA5-D9C2-4EBF-4DED-BC90D7D620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8C597E92-30AA-F74D-A60B-9F3A43DF5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A4510AA-FFAB-A696-670B-38522C055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F8A4935-AE36-C243-ECD1-06562D718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AA47F51-FABC-0122-FC3C-C0CF3CF6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23066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1726BC-FA40-14F6-1A22-76824BF46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4DBBBAA5-8D2C-E9FC-C8CA-B6AC9D82F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DBA0E963-480A-7C1C-FF18-21ADE65D6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45C4F120-4C83-01F4-D941-BE912A401E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585BB110-A97D-0BE5-0CF6-52511B02CA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A81EA436-B1A0-F223-9AE3-BA99E755D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6D0DFBF9-5275-543E-B4B4-BCCAE1F6C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C0980EF0-0448-27C6-5CD7-86C34239D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26303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14EF22-819E-DBCD-FE20-E34A769CF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2A181727-0C6C-6027-80C1-B03DAC04C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3669F61E-E5E0-00C2-6FEA-3A393010E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6EA7F1F5-5757-7C18-9BFB-A398DF185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86888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3ACB8BA4-4830-8961-799B-C8DF6CD1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4392C504-2350-7147-4A99-D8F8B82C7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7CEC61FE-A61C-1367-BA01-5C3C9D53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48046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ED0285-096C-C73B-9466-FC11BB9CE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E511B8C-654B-B26C-A309-0CC53B575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97E5207-8EB3-8962-6379-EF852CA03E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675C4FD-20A2-A66A-6FBB-3787980C7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B7079343-28E1-E746-EAF8-0D836423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CF02AE5-F04B-16F2-917D-8EDBE4C68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51394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027B05-9AB8-50F9-21E2-9A871263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080867AC-75C8-07CE-AFFC-7DCCCE1EE0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66DFC293-FBAD-239B-D7FC-0A1EDA074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2EF0C8C4-1F03-C0B9-5262-9E28B15F2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340210A-223F-B681-0DA6-E834C243F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8E072D83-6D61-8E7C-AA04-F27137A2C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16438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A1FBAE-CFE4-5DCE-03EF-B22E5A186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C04A5D9D-5FA5-7FD6-A9DA-8D0FA6A959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D274280-AD6E-9183-C9FB-90760CFD6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32568AC-7ABE-23D7-AED3-2422DA2BB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AF00D0A-D1AA-D52C-D444-E4A01C8A2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61498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6684850-68FE-D2E7-6CD0-8682EFF37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F3F06647-52A3-FEBB-0F54-C088B7EF1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7750233-96AC-2D2E-727E-DE7F754C4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6F233E6-5BEB-9EEB-DD3F-8F9287309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A098F48F-4960-DF1E-49DE-FC9381640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33959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EA6836C0-9AB7-C42B-3689-F86EC863B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849091C5-1D52-CA7F-D0F5-6B60E7E87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0F8BDE6-1793-8897-7FBD-BDE7A44A55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392FC1-78AF-49F0-9C11-9F240922D893}" type="datetimeFigureOut">
              <a:rPr lang="pt-PT" smtClean="0"/>
              <a:t>28/04/2026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BE16782-8D4E-6C97-271E-773B975538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AD1DFE1A-E57E-918B-DB78-87944A7FE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80EDD8-04CB-40D0-ACE7-096DF763EA4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75647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ECC06D-CF47-DEAA-143E-F7562C4F7A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6453E-3446-8960-C5F4-299D51176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44722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Ecrã Panorâmico</PresentationFormat>
  <Paragraphs>0</Paragraphs>
  <Slides>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Gabriela Carneiro</dc:creator>
  <cp:lastModifiedBy>Gabriela Carneiro</cp:lastModifiedBy>
  <cp:revision>1</cp:revision>
  <dcterms:created xsi:type="dcterms:W3CDTF">2026-04-28T17:40:46Z</dcterms:created>
  <dcterms:modified xsi:type="dcterms:W3CDTF">2026-04-28T17:41:08Z</dcterms:modified>
</cp:coreProperties>
</file>