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293244-A155-4740-A274-1AB9773F4798}" v="61" dt="2026-04-28T20:58:15.4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>
        <p:scale>
          <a:sx n="80" d="100"/>
          <a:sy n="80" d="100"/>
        </p:scale>
        <p:origin x="510" y="1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a Carneiro" userId="038eca41cd8564ab" providerId="LiveId" clId="{D03F746D-BE5D-4789-93E6-42C6E52F57A2}"/>
    <pc:docChg chg="undo custSel addSld modSld sldOrd addMainMaster delMainMaster">
      <pc:chgData name="Gabriela Carneiro" userId="038eca41cd8564ab" providerId="LiveId" clId="{D03F746D-BE5D-4789-93E6-42C6E52F57A2}" dt="2026-04-28T20:58:15.437" v="686"/>
      <pc:docMkLst>
        <pc:docMk/>
      </pc:docMkLst>
      <pc:sldChg chg="addSp delSp modSp mod ord setBg modClrScheme addAnim delAnim delDesignElem chgLayout">
        <pc:chgData name="Gabriela Carneiro" userId="038eca41cd8564ab" providerId="LiveId" clId="{D03F746D-BE5D-4789-93E6-42C6E52F57A2}" dt="2026-04-28T20:43:27.707" v="485" actId="478"/>
        <pc:sldMkLst>
          <pc:docMk/>
          <pc:sldMk cId="334472207" sldId="256"/>
        </pc:sldMkLst>
        <pc:spChg chg="mod">
          <ac:chgData name="Gabriela Carneiro" userId="038eca41cd8564ab" providerId="LiveId" clId="{D03F746D-BE5D-4789-93E6-42C6E52F57A2}" dt="2026-04-28T19:28:59.700" v="233" actId="1076"/>
          <ac:spMkLst>
            <pc:docMk/>
            <pc:sldMk cId="334472207" sldId="256"/>
            <ac:spMk id="2" creationId="{75ECC06D-CF47-DEAA-143E-F7562C4F7A12}"/>
          </ac:spMkLst>
        </pc:spChg>
        <pc:spChg chg="mod">
          <ac:chgData name="Gabriela Carneiro" userId="038eca41cd8564ab" providerId="LiveId" clId="{D03F746D-BE5D-4789-93E6-42C6E52F57A2}" dt="2026-04-28T19:28:56.790" v="232" actId="1076"/>
          <ac:spMkLst>
            <pc:docMk/>
            <pc:sldMk cId="334472207" sldId="256"/>
            <ac:spMk id="3" creationId="{A8F6453E-3446-8960-C5F4-299D511766F6}"/>
          </ac:spMkLst>
        </pc:spChg>
        <pc:spChg chg="add del">
          <ac:chgData name="Gabriela Carneiro" userId="038eca41cd8564ab" providerId="LiveId" clId="{D03F746D-BE5D-4789-93E6-42C6E52F57A2}" dt="2026-04-28T19:13:52.677" v="42" actId="22"/>
          <ac:spMkLst>
            <pc:docMk/>
            <pc:sldMk cId="334472207" sldId="256"/>
            <ac:spMk id="5" creationId="{58DAEC2A-5BF5-7BED-4E44-45EBC9E4B3D0}"/>
          </ac:spMkLst>
        </pc:spChg>
        <pc:spChg chg="add del">
          <ac:chgData name="Gabriela Carneiro" userId="038eca41cd8564ab" providerId="LiveId" clId="{D03F746D-BE5D-4789-93E6-42C6E52F57A2}" dt="2026-04-28T19:23:38.771" v="70" actId="22"/>
          <ac:spMkLst>
            <pc:docMk/>
            <pc:sldMk cId="334472207" sldId="256"/>
            <ac:spMk id="8" creationId="{3C806525-1F3B-D3C1-D491-4319E90E9558}"/>
          </ac:spMkLst>
        </pc:spChg>
        <pc:spChg chg="add mod">
          <ac:chgData name="Gabriela Carneiro" userId="038eca41cd8564ab" providerId="LiveId" clId="{D03F746D-BE5D-4789-93E6-42C6E52F57A2}" dt="2026-04-28T19:24:32.657" v="226" actId="20577"/>
          <ac:spMkLst>
            <pc:docMk/>
            <pc:sldMk cId="334472207" sldId="256"/>
            <ac:spMk id="10" creationId="{0B83327B-5780-CA19-0F3B-A91E31244EFE}"/>
          </ac:spMkLst>
        </pc:spChg>
        <pc:spChg chg="add del">
          <ac:chgData name="Gabriela Carneiro" userId="038eca41cd8564ab" providerId="LiveId" clId="{D03F746D-BE5D-4789-93E6-42C6E52F57A2}" dt="2026-04-28T18:54:33.043" v="7" actId="26606"/>
          <ac:spMkLst>
            <pc:docMk/>
            <pc:sldMk cId="334472207" sldId="256"/>
            <ac:spMk id="1031" creationId="{19F9BF86-FE94-4517-B97D-026C7515E589}"/>
          </ac:spMkLst>
        </pc:spChg>
        <pc:spChg chg="add del">
          <ac:chgData name="Gabriela Carneiro" userId="038eca41cd8564ab" providerId="LiveId" clId="{D03F746D-BE5D-4789-93E6-42C6E52F57A2}" dt="2026-04-28T18:54:34.593" v="9" actId="26606"/>
          <ac:spMkLst>
            <pc:docMk/>
            <pc:sldMk cId="334472207" sldId="256"/>
            <ac:spMk id="1035" creationId="{33E93247-6229-44AB-A550-739E971E690B}"/>
          </ac:spMkLst>
        </pc:spChg>
        <pc:spChg chg="add del">
          <ac:chgData name="Gabriela Carneiro" userId="038eca41cd8564ab" providerId="LiveId" clId="{D03F746D-BE5D-4789-93E6-42C6E52F57A2}" dt="2026-04-28T19:14:02.978" v="43" actId="26606"/>
          <ac:spMkLst>
            <pc:docMk/>
            <pc:sldMk cId="334472207" sldId="256"/>
            <ac:spMk id="1038" creationId="{19F9BF86-FE94-4517-B97D-026C7515E589}"/>
          </ac:spMkLst>
        </pc:spChg>
        <pc:spChg chg="add del">
          <ac:chgData name="Gabriela Carneiro" userId="038eca41cd8564ab" providerId="LiveId" clId="{D03F746D-BE5D-4789-93E6-42C6E52F57A2}" dt="2026-04-28T19:28:39.910" v="229"/>
          <ac:spMkLst>
            <pc:docMk/>
            <pc:sldMk cId="334472207" sldId="256"/>
            <ac:spMk id="1044" creationId="{19F9BF86-FE94-4517-B97D-026C7515E589}"/>
          </ac:spMkLst>
        </pc:spChg>
        <pc:picChg chg="add del mod">
          <ac:chgData name="Gabriela Carneiro" userId="038eca41cd8564ab" providerId="LiveId" clId="{D03F746D-BE5D-4789-93E6-42C6E52F57A2}" dt="2026-04-28T19:23:28.086" v="67" actId="478"/>
          <ac:picMkLst>
            <pc:docMk/>
            <pc:sldMk cId="334472207" sldId="256"/>
            <ac:picMk id="6" creationId="{E9EA455F-004B-8977-4D38-DFA54E3384C7}"/>
          </ac:picMkLst>
        </pc:picChg>
        <pc:picChg chg="add del mod">
          <ac:chgData name="Gabriela Carneiro" userId="038eca41cd8564ab" providerId="LiveId" clId="{D03F746D-BE5D-4789-93E6-42C6E52F57A2}" dt="2026-04-28T20:42:20.578" v="480" actId="478"/>
          <ac:picMkLst>
            <pc:docMk/>
            <pc:sldMk cId="334472207" sldId="256"/>
            <ac:picMk id="12" creationId="{B1543DE4-892E-743A-3243-1BDD81B45FCB}"/>
          </ac:picMkLst>
        </pc:picChg>
        <pc:picChg chg="add del mod">
          <ac:chgData name="Gabriela Carneiro" userId="038eca41cd8564ab" providerId="LiveId" clId="{D03F746D-BE5D-4789-93E6-42C6E52F57A2}" dt="2026-04-28T19:28:00.762" v="227" actId="478"/>
          <ac:picMkLst>
            <pc:docMk/>
            <pc:sldMk cId="334472207" sldId="256"/>
            <ac:picMk id="1026" creationId="{09A4D76B-D106-AD11-D556-99D64ED585DE}"/>
          </ac:picMkLst>
        </pc:picChg>
        <pc:picChg chg="add mod">
          <ac:chgData name="Gabriela Carneiro" userId="038eca41cd8564ab" providerId="LiveId" clId="{D03F746D-BE5D-4789-93E6-42C6E52F57A2}" dt="2026-04-28T19:29:07.359" v="234" actId="1076"/>
          <ac:picMkLst>
            <pc:docMk/>
            <pc:sldMk cId="334472207" sldId="256"/>
            <ac:picMk id="1028" creationId="{639F4097-F9F9-7805-5185-50A8AE3A89A3}"/>
          </ac:picMkLst>
        </pc:picChg>
        <pc:picChg chg="add del mod">
          <ac:chgData name="Gabriela Carneiro" userId="038eca41cd8564ab" providerId="LiveId" clId="{D03F746D-BE5D-4789-93E6-42C6E52F57A2}" dt="2026-04-28T20:43:27.707" v="485" actId="478"/>
          <ac:picMkLst>
            <pc:docMk/>
            <pc:sldMk cId="334472207" sldId="256"/>
            <ac:picMk id="1030" creationId="{6A56CC01-14D1-E3FD-32C5-04504E5A1FAE}"/>
          </ac:picMkLst>
        </pc:picChg>
        <pc:cxnChg chg="add del">
          <ac:chgData name="Gabriela Carneiro" userId="038eca41cd8564ab" providerId="LiveId" clId="{D03F746D-BE5D-4789-93E6-42C6E52F57A2}" dt="2026-04-28T18:54:33.043" v="7" actId="26606"/>
          <ac:cxnSpMkLst>
            <pc:docMk/>
            <pc:sldMk cId="334472207" sldId="256"/>
            <ac:cxnSpMk id="1033" creationId="{6CA391F1-4B2C-521B-F6A5-52C74B30349D}"/>
          </ac:cxnSpMkLst>
        </pc:cxnChg>
        <pc:cxnChg chg="add del">
          <ac:chgData name="Gabriela Carneiro" userId="038eca41cd8564ab" providerId="LiveId" clId="{D03F746D-BE5D-4789-93E6-42C6E52F57A2}" dt="2026-04-28T18:54:34.593" v="9" actId="26606"/>
          <ac:cxnSpMkLst>
            <pc:docMk/>
            <pc:sldMk cId="334472207" sldId="256"/>
            <ac:cxnSpMk id="1036" creationId="{EE2E603F-4A95-4FE8-BB06-211DFD75DBEF}"/>
          </ac:cxnSpMkLst>
        </pc:cxnChg>
        <pc:cxnChg chg="add del">
          <ac:chgData name="Gabriela Carneiro" userId="038eca41cd8564ab" providerId="LiveId" clId="{D03F746D-BE5D-4789-93E6-42C6E52F57A2}" dt="2026-04-28T19:14:02.978" v="43" actId="26606"/>
          <ac:cxnSpMkLst>
            <pc:docMk/>
            <pc:sldMk cId="334472207" sldId="256"/>
            <ac:cxnSpMk id="1039" creationId="{6CA391F1-4B2C-521B-F6A5-52C74B30349D}"/>
          </ac:cxnSpMkLst>
        </pc:cxnChg>
        <pc:cxnChg chg="add del">
          <ac:chgData name="Gabriela Carneiro" userId="038eca41cd8564ab" providerId="LiveId" clId="{D03F746D-BE5D-4789-93E6-42C6E52F57A2}" dt="2026-04-28T19:28:39.910" v="229"/>
          <ac:cxnSpMkLst>
            <pc:docMk/>
            <pc:sldMk cId="334472207" sldId="256"/>
            <ac:cxnSpMk id="1046" creationId="{59D7B6BE-A4E0-4483-BEC5-493AC3E5D2AD}"/>
          </ac:cxnSpMkLst>
        </pc:cxnChg>
      </pc:sldChg>
      <pc:sldChg chg="addSp delSp modSp new mod">
        <pc:chgData name="Gabriela Carneiro" userId="038eca41cd8564ab" providerId="LiveId" clId="{D03F746D-BE5D-4789-93E6-42C6E52F57A2}" dt="2026-04-28T20:43:37.410" v="487" actId="478"/>
        <pc:sldMkLst>
          <pc:docMk/>
          <pc:sldMk cId="4265899404" sldId="257"/>
        </pc:sldMkLst>
        <pc:spChg chg="mod">
          <ac:chgData name="Gabriela Carneiro" userId="038eca41cd8564ab" providerId="LiveId" clId="{D03F746D-BE5D-4789-93E6-42C6E52F57A2}" dt="2026-04-28T20:17:43.937" v="281" actId="20577"/>
          <ac:spMkLst>
            <pc:docMk/>
            <pc:sldMk cId="4265899404" sldId="257"/>
            <ac:spMk id="2" creationId="{3175DD11-AAE8-AF69-175F-BA393B81FEEA}"/>
          </ac:spMkLst>
        </pc:spChg>
        <pc:spChg chg="mod">
          <ac:chgData name="Gabriela Carneiro" userId="038eca41cd8564ab" providerId="LiveId" clId="{D03F746D-BE5D-4789-93E6-42C6E52F57A2}" dt="2026-04-28T20:42:06.876" v="478" actId="20577"/>
          <ac:spMkLst>
            <pc:docMk/>
            <pc:sldMk cId="4265899404" sldId="257"/>
            <ac:spMk id="3" creationId="{AF18BF26-25E5-07D1-5825-0816A9924346}"/>
          </ac:spMkLst>
        </pc:spChg>
        <pc:picChg chg="add del">
          <ac:chgData name="Gabriela Carneiro" userId="038eca41cd8564ab" providerId="LiveId" clId="{D03F746D-BE5D-4789-93E6-42C6E52F57A2}" dt="2026-04-28T20:43:37.410" v="487" actId="478"/>
          <ac:picMkLst>
            <pc:docMk/>
            <pc:sldMk cId="4265899404" sldId="257"/>
            <ac:picMk id="2050" creationId="{82B941BC-69AD-6F33-C91F-6FD4E6309E13}"/>
          </ac:picMkLst>
        </pc:picChg>
      </pc:sldChg>
      <pc:sldChg chg="modSp add mod">
        <pc:chgData name="Gabriela Carneiro" userId="038eca41cd8564ab" providerId="LiveId" clId="{D03F746D-BE5D-4789-93E6-42C6E52F57A2}" dt="2026-04-28T20:44:40.838" v="514"/>
        <pc:sldMkLst>
          <pc:docMk/>
          <pc:sldMk cId="3171773370" sldId="258"/>
        </pc:sldMkLst>
        <pc:spChg chg="mod">
          <ac:chgData name="Gabriela Carneiro" userId="038eca41cd8564ab" providerId="LiveId" clId="{D03F746D-BE5D-4789-93E6-42C6E52F57A2}" dt="2026-04-28T20:18:04.224" v="299" actId="20577"/>
          <ac:spMkLst>
            <pc:docMk/>
            <pc:sldMk cId="3171773370" sldId="258"/>
            <ac:spMk id="2" creationId="{DEE1E2DE-4AD9-AD89-5DC8-3A2F0D0360E3}"/>
          </ac:spMkLst>
        </pc:spChg>
        <pc:spChg chg="mod">
          <ac:chgData name="Gabriela Carneiro" userId="038eca41cd8564ab" providerId="LiveId" clId="{D03F746D-BE5D-4789-93E6-42C6E52F57A2}" dt="2026-04-28T20:44:40.838" v="514"/>
          <ac:spMkLst>
            <pc:docMk/>
            <pc:sldMk cId="3171773370" sldId="258"/>
            <ac:spMk id="3" creationId="{BDC72D86-3A31-7A3A-6AA8-53F401637844}"/>
          </ac:spMkLst>
        </pc:spChg>
      </pc:sldChg>
      <pc:sldChg chg="modSp new mod">
        <pc:chgData name="Gabriela Carneiro" userId="038eca41cd8564ab" providerId="LiveId" clId="{D03F746D-BE5D-4789-93E6-42C6E52F57A2}" dt="2026-04-28T20:46:03.452" v="519"/>
        <pc:sldMkLst>
          <pc:docMk/>
          <pc:sldMk cId="1439218118" sldId="259"/>
        </pc:sldMkLst>
        <pc:spChg chg="mod">
          <ac:chgData name="Gabriela Carneiro" userId="038eca41cd8564ab" providerId="LiveId" clId="{D03F746D-BE5D-4789-93E6-42C6E52F57A2}" dt="2026-04-28T20:18:17.261" v="317" actId="20577"/>
          <ac:spMkLst>
            <pc:docMk/>
            <pc:sldMk cId="1439218118" sldId="259"/>
            <ac:spMk id="2" creationId="{1D87031A-95F2-7260-23DB-612231579116}"/>
          </ac:spMkLst>
        </pc:spChg>
        <pc:spChg chg="mod">
          <ac:chgData name="Gabriela Carneiro" userId="038eca41cd8564ab" providerId="LiveId" clId="{D03F746D-BE5D-4789-93E6-42C6E52F57A2}" dt="2026-04-28T20:46:03.452" v="519"/>
          <ac:spMkLst>
            <pc:docMk/>
            <pc:sldMk cId="1439218118" sldId="259"/>
            <ac:spMk id="3" creationId="{187BCC5D-5278-926E-AA7E-F5C7F9B98261}"/>
          </ac:spMkLst>
        </pc:spChg>
      </pc:sldChg>
      <pc:sldChg chg="modSp new mod">
        <pc:chgData name="Gabriela Carneiro" userId="038eca41cd8564ab" providerId="LiveId" clId="{D03F746D-BE5D-4789-93E6-42C6E52F57A2}" dt="2026-04-28T20:50:48.460" v="562" actId="27636"/>
        <pc:sldMkLst>
          <pc:docMk/>
          <pc:sldMk cId="4267865674" sldId="260"/>
        </pc:sldMkLst>
        <pc:spChg chg="mod">
          <ac:chgData name="Gabriela Carneiro" userId="038eca41cd8564ab" providerId="LiveId" clId="{D03F746D-BE5D-4789-93E6-42C6E52F57A2}" dt="2026-04-28T20:18:27.735" v="329" actId="20577"/>
          <ac:spMkLst>
            <pc:docMk/>
            <pc:sldMk cId="4267865674" sldId="260"/>
            <ac:spMk id="2" creationId="{37573BB9-D4B1-2203-CD10-6B57645B337F}"/>
          </ac:spMkLst>
        </pc:spChg>
        <pc:spChg chg="mod">
          <ac:chgData name="Gabriela Carneiro" userId="038eca41cd8564ab" providerId="LiveId" clId="{D03F746D-BE5D-4789-93E6-42C6E52F57A2}" dt="2026-04-28T20:50:48.460" v="562" actId="27636"/>
          <ac:spMkLst>
            <pc:docMk/>
            <pc:sldMk cId="4267865674" sldId="260"/>
            <ac:spMk id="3" creationId="{77979BBC-F16A-9938-9523-52DCDAA663B4}"/>
          </ac:spMkLst>
        </pc:spChg>
      </pc:sldChg>
      <pc:sldChg chg="modSp new mod">
        <pc:chgData name="Gabriela Carneiro" userId="038eca41cd8564ab" providerId="LiveId" clId="{D03F746D-BE5D-4789-93E6-42C6E52F57A2}" dt="2026-04-28T20:54:58.450" v="636" actId="27636"/>
        <pc:sldMkLst>
          <pc:docMk/>
          <pc:sldMk cId="2298641520" sldId="261"/>
        </pc:sldMkLst>
        <pc:spChg chg="mod">
          <ac:chgData name="Gabriela Carneiro" userId="038eca41cd8564ab" providerId="LiveId" clId="{D03F746D-BE5D-4789-93E6-42C6E52F57A2}" dt="2026-04-28T20:35:46.549" v="353" actId="20577"/>
          <ac:spMkLst>
            <pc:docMk/>
            <pc:sldMk cId="2298641520" sldId="261"/>
            <ac:spMk id="2" creationId="{77D74BBF-F8B0-14AD-237E-DA7B7927390B}"/>
          </ac:spMkLst>
        </pc:spChg>
        <pc:spChg chg="mod">
          <ac:chgData name="Gabriela Carneiro" userId="038eca41cd8564ab" providerId="LiveId" clId="{D03F746D-BE5D-4789-93E6-42C6E52F57A2}" dt="2026-04-28T20:54:58.450" v="636" actId="27636"/>
          <ac:spMkLst>
            <pc:docMk/>
            <pc:sldMk cId="2298641520" sldId="261"/>
            <ac:spMk id="3" creationId="{2B6D9C2E-2B27-BA93-78B5-E64CE19F8B05}"/>
          </ac:spMkLst>
        </pc:spChg>
      </pc:sldChg>
      <pc:sldChg chg="modSp add mod">
        <pc:chgData name="Gabriela Carneiro" userId="038eca41cd8564ab" providerId="LiveId" clId="{D03F746D-BE5D-4789-93E6-42C6E52F57A2}" dt="2026-04-28T20:55:43.266" v="643"/>
        <pc:sldMkLst>
          <pc:docMk/>
          <pc:sldMk cId="3797817761" sldId="262"/>
        </pc:sldMkLst>
        <pc:spChg chg="mod">
          <ac:chgData name="Gabriela Carneiro" userId="038eca41cd8564ab" providerId="LiveId" clId="{D03F746D-BE5D-4789-93E6-42C6E52F57A2}" dt="2026-04-28T20:36:10.624" v="367" actId="20577"/>
          <ac:spMkLst>
            <pc:docMk/>
            <pc:sldMk cId="3797817761" sldId="262"/>
            <ac:spMk id="2" creationId="{91D8C058-7E42-3F3C-4504-069FFF661988}"/>
          </ac:spMkLst>
        </pc:spChg>
        <pc:spChg chg="mod">
          <ac:chgData name="Gabriela Carneiro" userId="038eca41cd8564ab" providerId="LiveId" clId="{D03F746D-BE5D-4789-93E6-42C6E52F57A2}" dt="2026-04-28T20:55:43.266" v="643"/>
          <ac:spMkLst>
            <pc:docMk/>
            <pc:sldMk cId="3797817761" sldId="262"/>
            <ac:spMk id="3" creationId="{8AFE875B-13F4-0A38-6571-38FEB8886301}"/>
          </ac:spMkLst>
        </pc:spChg>
      </pc:sldChg>
      <pc:sldChg chg="modSp add mod">
        <pc:chgData name="Gabriela Carneiro" userId="038eca41cd8564ab" providerId="LiveId" clId="{D03F746D-BE5D-4789-93E6-42C6E52F57A2}" dt="2026-04-28T20:56:07.754" v="651"/>
        <pc:sldMkLst>
          <pc:docMk/>
          <pc:sldMk cId="3489097716" sldId="263"/>
        </pc:sldMkLst>
        <pc:spChg chg="mod">
          <ac:chgData name="Gabriela Carneiro" userId="038eca41cd8564ab" providerId="LiveId" clId="{D03F746D-BE5D-4789-93E6-42C6E52F57A2}" dt="2026-04-28T20:36:21.254" v="376" actId="20577"/>
          <ac:spMkLst>
            <pc:docMk/>
            <pc:sldMk cId="3489097716" sldId="263"/>
            <ac:spMk id="2" creationId="{4090D609-DBD7-B1A4-8A0F-867A1E911DA8}"/>
          </ac:spMkLst>
        </pc:spChg>
        <pc:spChg chg="mod">
          <ac:chgData name="Gabriela Carneiro" userId="038eca41cd8564ab" providerId="LiveId" clId="{D03F746D-BE5D-4789-93E6-42C6E52F57A2}" dt="2026-04-28T20:56:07.754" v="651"/>
          <ac:spMkLst>
            <pc:docMk/>
            <pc:sldMk cId="3489097716" sldId="263"/>
            <ac:spMk id="3" creationId="{CC1C5F76-23B1-1E09-345E-E2FD9227D1C6}"/>
          </ac:spMkLst>
        </pc:spChg>
      </pc:sldChg>
      <pc:sldChg chg="modSp new mod">
        <pc:chgData name="Gabriela Carneiro" userId="038eca41cd8564ab" providerId="LiveId" clId="{D03F746D-BE5D-4789-93E6-42C6E52F57A2}" dt="2026-04-28T20:57:38.159" v="681" actId="313"/>
        <pc:sldMkLst>
          <pc:docMk/>
          <pc:sldMk cId="1436765159" sldId="264"/>
        </pc:sldMkLst>
        <pc:spChg chg="mod">
          <ac:chgData name="Gabriela Carneiro" userId="038eca41cd8564ab" providerId="LiveId" clId="{D03F746D-BE5D-4789-93E6-42C6E52F57A2}" dt="2026-04-28T20:36:55.033" v="415" actId="20577"/>
          <ac:spMkLst>
            <pc:docMk/>
            <pc:sldMk cId="1436765159" sldId="264"/>
            <ac:spMk id="2" creationId="{B4743D12-D2E9-BED2-1731-E6C8BBC4ACBF}"/>
          </ac:spMkLst>
        </pc:spChg>
        <pc:spChg chg="mod">
          <ac:chgData name="Gabriela Carneiro" userId="038eca41cd8564ab" providerId="LiveId" clId="{D03F746D-BE5D-4789-93E6-42C6E52F57A2}" dt="2026-04-28T20:57:38.159" v="681" actId="313"/>
          <ac:spMkLst>
            <pc:docMk/>
            <pc:sldMk cId="1436765159" sldId="264"/>
            <ac:spMk id="3" creationId="{D53A77B6-F4C0-930D-C503-E81692D56F47}"/>
          </ac:spMkLst>
        </pc:spChg>
      </pc:sldChg>
      <pc:sldChg chg="modSp new mod">
        <pc:chgData name="Gabriela Carneiro" userId="038eca41cd8564ab" providerId="LiveId" clId="{D03F746D-BE5D-4789-93E6-42C6E52F57A2}" dt="2026-04-28T20:58:15.437" v="686"/>
        <pc:sldMkLst>
          <pc:docMk/>
          <pc:sldMk cId="2199764213" sldId="265"/>
        </pc:sldMkLst>
        <pc:spChg chg="mod">
          <ac:chgData name="Gabriela Carneiro" userId="038eca41cd8564ab" providerId="LiveId" clId="{D03F746D-BE5D-4789-93E6-42C6E52F57A2}" dt="2026-04-28T20:37:07.666" v="443" actId="20577"/>
          <ac:spMkLst>
            <pc:docMk/>
            <pc:sldMk cId="2199764213" sldId="265"/>
            <ac:spMk id="2" creationId="{EDEB4CE7-7D17-C27F-BCCA-AED2BD96B21D}"/>
          </ac:spMkLst>
        </pc:spChg>
        <pc:spChg chg="mod">
          <ac:chgData name="Gabriela Carneiro" userId="038eca41cd8564ab" providerId="LiveId" clId="{D03F746D-BE5D-4789-93E6-42C6E52F57A2}" dt="2026-04-28T20:58:15.437" v="686"/>
          <ac:spMkLst>
            <pc:docMk/>
            <pc:sldMk cId="2199764213" sldId="265"/>
            <ac:spMk id="3" creationId="{697E5CD2-05E4-59E0-32EF-30F549E86D69}"/>
          </ac:spMkLst>
        </pc:spChg>
      </pc:sldChg>
      <pc:sldMasterChg chg="add del addSldLayout delSldLayout">
        <pc:chgData name="Gabriela Carneiro" userId="038eca41cd8564ab" providerId="LiveId" clId="{D03F746D-BE5D-4789-93E6-42C6E52F57A2}" dt="2026-04-28T18:54:34.652" v="10" actId="26606"/>
        <pc:sldMasterMkLst>
          <pc:docMk/>
          <pc:sldMasterMk cId="4021644389" sldId="2147483660"/>
        </pc:sldMasterMkLst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548514467" sldId="2147483661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313703108" sldId="2147483662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2857819802" sldId="2147483663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311470768" sldId="2147483664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2803742040" sldId="2147483665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2547086471" sldId="2147483666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4287985583" sldId="2147483667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680416906" sldId="2147483668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3861050607" sldId="2147483669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054779706" sldId="2147483670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3597112691" sldId="2147483671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698965006" sldId="2147483672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537016960" sldId="2147483673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981951518" sldId="2147483674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60206595" sldId="2147483675"/>
          </pc:sldLayoutMkLst>
        </pc:sldLayoutChg>
        <pc:sldLayoutChg chg="add del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4021644389" sldId="2147483660"/>
            <pc:sldLayoutMk cId="1620018748" sldId="2147483676"/>
          </pc:sldLayoutMkLst>
        </pc:sldLayoutChg>
      </pc:sldMasterChg>
      <pc:sldMasterChg chg="add del replId addSldLayout delSldLayout">
        <pc:chgData name="Gabriela Carneiro" userId="038eca41cd8564ab" providerId="LiveId" clId="{D03F746D-BE5D-4789-93E6-42C6E52F57A2}" dt="2026-04-28T18:54:33.043" v="7" actId="26606"/>
        <pc:sldMasterMkLst>
          <pc:docMk/>
          <pc:sldMasterMk cId="1706574332" sldId="2147483677"/>
        </pc:sldMasterMkLst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4169075916" sldId="2147483678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3971105433" sldId="2147483679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2809624590" sldId="2147483680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46483895" sldId="2147483681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1032196476" sldId="2147483682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1147285346" sldId="2147483683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356839949" sldId="2147483684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2141797413" sldId="2147483685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3203792654" sldId="2147483686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4255237317" sldId="2147483687"/>
          </pc:sldLayoutMkLst>
        </pc:sldLayoutChg>
        <pc:sldLayoutChg chg="add del replId">
          <pc:chgData name="Gabriela Carneiro" userId="038eca41cd8564ab" providerId="LiveId" clId="{D03F746D-BE5D-4789-93E6-42C6E52F57A2}" dt="2026-04-28T18:54:33.043" v="7" actId="26606"/>
          <pc:sldLayoutMkLst>
            <pc:docMk/>
            <pc:sldMasterMk cId="1706574332" sldId="2147483677"/>
            <pc:sldLayoutMk cId="1776009374" sldId="2147483688"/>
          </pc:sldLayoutMkLst>
        </pc:sldLayoutChg>
      </pc:sldMasterChg>
      <pc:sldMasterChg chg="add replId addSldLayout">
        <pc:chgData name="Gabriela Carneiro" userId="038eca41cd8564ab" providerId="LiveId" clId="{D03F746D-BE5D-4789-93E6-42C6E52F57A2}" dt="2026-04-28T18:54:34.652" v="10" actId="26606"/>
        <pc:sldMasterMkLst>
          <pc:docMk/>
          <pc:sldMasterMk cId="1706574332" sldId="2147483677"/>
        </pc:sldMasterMkLst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4169075916" sldId="2147483678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3971105433" sldId="2147483679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2809624590" sldId="2147483680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46483895" sldId="2147483681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1032196476" sldId="2147483682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1147285346" sldId="2147483683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356839949" sldId="2147483684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2141797413" sldId="2147483685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3203792654" sldId="2147483686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4255237317" sldId="2147483687"/>
          </pc:sldLayoutMkLst>
        </pc:sldLayoutChg>
        <pc:sldLayoutChg chg="add replId">
          <pc:chgData name="Gabriela Carneiro" userId="038eca41cd8564ab" providerId="LiveId" clId="{D03F746D-BE5D-4789-93E6-42C6E52F57A2}" dt="2026-04-28T18:54:34.652" v="10" actId="26606"/>
          <pc:sldLayoutMkLst>
            <pc:docMk/>
            <pc:sldMasterMk cId="1706574332" sldId="2147483677"/>
            <pc:sldLayoutMk cId="1776009374" sldId="2147483688"/>
          </pc:sldLayoutMkLst>
        </pc:sldLayoutChg>
      </pc:sldMasterChg>
      <pc:sldMasterChg chg="add del addSldLayout delSldLayout">
        <pc:chgData name="Gabriela Carneiro" userId="038eca41cd8564ab" providerId="LiveId" clId="{D03F746D-BE5D-4789-93E6-42C6E52F57A2}" dt="2026-04-28T18:54:34.593" v="9" actId="26606"/>
        <pc:sldMasterMkLst>
          <pc:docMk/>
          <pc:sldMasterMk cId="2612624701" sldId="2147483685"/>
        </pc:sldMasterMkLst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947022627" sldId="2147483677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4227451452" sldId="2147483678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4137083926" sldId="2147483679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429139238" sldId="2147483680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032380608" sldId="2147483681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027858850" sldId="2147483682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858544717" sldId="2147483683"/>
          </pc:sldLayoutMkLst>
        </pc:sldLayoutChg>
        <pc:sldLayoutChg chg="add del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1956618825" sldId="2147483684"/>
          </pc:sldLayoutMkLst>
        </pc:sldLayoutChg>
        <pc:sldLayoutChg chg="add del replId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2213592134" sldId="2147483686"/>
          </pc:sldLayoutMkLst>
        </pc:sldLayoutChg>
        <pc:sldLayoutChg chg="add del replId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959423476" sldId="2147483687"/>
          </pc:sldLayoutMkLst>
        </pc:sldLayoutChg>
        <pc:sldLayoutChg chg="add del replId">
          <pc:chgData name="Gabriela Carneiro" userId="038eca41cd8564ab" providerId="LiveId" clId="{D03F746D-BE5D-4789-93E6-42C6E52F57A2}" dt="2026-04-28T18:54:34.593" v="9" actId="26606"/>
          <pc:sldLayoutMkLst>
            <pc:docMk/>
            <pc:sldMasterMk cId="2612624701" sldId="2147483685"/>
            <pc:sldLayoutMk cId="1594883182" sldId="2147483688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35A74-1FA6-7377-4BBB-B65FCDBB63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B73098C-681C-48ED-C740-DE4748630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4A7D739-EDDF-F81D-1EBB-4AED49A0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1536BAC-E1F2-374D-26C0-D0542EEA8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FB37245-8304-931A-C8AB-FDFE6B73A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6824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F07B2B-F4EC-C09F-470E-F79990417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D6FAFF4-616D-C0EC-F7BF-037B61621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3DB8CF6A-F415-94E6-350F-256E1A8BD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F83A628-4AB8-C77A-2A96-1CCDF3A88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7BFF8E4-6F5B-6824-1FAB-0C9CFA7D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48710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BCDBDE-8FF7-C7C1-46E2-E896D156A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66016F44-324F-E737-B94B-3B63983F26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DC8648D-1CE0-9FF2-52A9-C34D4212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BD88390-12F2-0811-8D7E-FA7C4D1BC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D4FEC07-6034-8566-D969-CC1BA445E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36593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8C634F-4345-F520-18C7-2F82CE45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FACEA6B-E2B7-1491-3205-CD47551297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2D2634F-3ACA-A9A4-EEAB-B87245AB1A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A845341-DC80-9829-3F78-127E3B364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818B1EE6-CB99-0709-ED13-1C6BB1D10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1D930E1-7185-F9C4-1B3C-AB1C12379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8246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3BCC67-D668-3EFE-1955-B2F3E41B3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CEC6C11-F0BB-96A0-52CA-BCD71C97E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5E67304-7F4F-C27F-EC6A-48189984AC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5BD1C07D-ACB3-7A66-99FB-E27A138890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DC2A6D8D-7837-EEFD-E25C-25396A0618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3513B54D-DBAE-84DC-8A7A-77580551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B89C222C-AABA-8E69-D04C-87A1656B5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5E073A11-1C1D-08C0-8EE9-E8B5C4AAB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66057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4A8732-DDD8-29EB-33D1-0651CD696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2336D02B-27BC-41F3-1B43-FBD1AB264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34BDD2F8-6A8D-520D-F1AE-FCF053B25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E392F1CA-95DF-4B11-97B4-9A60B069E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32996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29C78170-896F-1F1A-4C56-07A2D156A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691BFFD1-B41F-12E3-C65D-D349294AB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F860EC9E-F842-AA95-E62D-47AA8577D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66116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DF03F6-855E-2F57-E6A9-D28C8D43B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9E4DCB09-28AB-CCDE-575D-557596C7B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2354ECF8-5D41-64F0-A923-B9CF2B824C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AD7D6CDE-BC89-2A9C-A5FC-4F702236A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7EF8E43-3932-355B-008F-57AB10385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89FD562F-711C-A515-1D7B-AFDCC6221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66999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F75A2E-E7FD-4116-AA25-3F67487DD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B43BBAD4-4C03-049F-DA9F-3E6F0DCBA4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503EE287-79A5-650B-BFEE-0E41E45FAB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E0A88BC6-685F-3ED8-380B-4BB57B29D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5BF7D1D-DC61-65F9-29BE-DF0A239E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1BA090C-EF20-6883-985C-603E42207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66274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E76194-CA9B-5D98-CBD6-FD0F48935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5363C5DC-EDC1-D665-11CE-BF199B6BB4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5C7B060-F0C8-B14F-0D4C-F571FEB4D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B05A6F8-B7F2-D08B-DC02-9EA99CAB7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B68C097-9434-5A8D-9D61-324BDC307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3796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8412112-B405-820A-2385-A72388B76C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DDC378BF-43C8-F6EF-C4F5-A17533FE4F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74E41DC-C19A-76F2-215A-C5F873866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021CC85-4C92-ED58-B98D-C3CBCA9A6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A5B1F85-F587-C097-A29F-B0831165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433760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3D174D76-E0A6-1B62-225B-62D42A333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BA2ADC7B-0E8A-CC38-30C1-4BC73E64A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B147179-AAB0-1091-92F1-767F7132CB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2B7C036-F9E4-13C9-1A14-40DAC27D39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864D3A57-CE33-25E1-4277-3CB73FDD11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304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ECC06D-CF47-DEAA-143E-F7562C4F7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1915" y="2071467"/>
            <a:ext cx="10686198" cy="1897137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pt-PT" sz="4200" dirty="0"/>
              <a:t>Eficácia da Intervenção Digital </a:t>
            </a:r>
            <a:r>
              <a:rPr lang="pt-PT" sz="4200" dirty="0" err="1"/>
              <a:t>MindMove</a:t>
            </a:r>
            <a:r>
              <a:rPr lang="pt-PT" sz="4200" dirty="0"/>
              <a:t> na Saúde Mental de Universitários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6453E-3446-8960-C5F4-299D51176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1915" y="3493467"/>
            <a:ext cx="10686198" cy="950275"/>
          </a:xfrm>
        </p:spPr>
        <p:txBody>
          <a:bodyPr anchor="t">
            <a:normAutofit/>
          </a:bodyPr>
          <a:lstStyle/>
          <a:p>
            <a:r>
              <a:rPr lang="pt-PT" dirty="0" err="1"/>
              <a:t>MindMove</a:t>
            </a:r>
            <a:r>
              <a:rPr lang="pt-PT" dirty="0"/>
              <a:t>: Ensaio Clínico em Saúde Mental Digital</a:t>
            </a:r>
          </a:p>
        </p:txBody>
      </p:sp>
      <p:pic>
        <p:nvPicPr>
          <p:cNvPr id="1028" name="Picture 4" descr="Faculty of Medicine - University of Porto">
            <a:extLst>
              <a:ext uri="{FF2B5EF4-FFF2-40B4-BE49-F238E27FC236}">
                <a16:creationId xmlns:a16="http://schemas.microsoft.com/office/drawing/2014/main" id="{639F4097-F9F9-7805-5185-50A8AE3A8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3746" y="468459"/>
            <a:ext cx="2673254" cy="1069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B83327B-5780-CA19-0F3B-A91E31244EFE}"/>
              </a:ext>
            </a:extLst>
          </p:cNvPr>
          <p:cNvSpPr txBox="1"/>
          <p:nvPr/>
        </p:nvSpPr>
        <p:spPr>
          <a:xfrm>
            <a:off x="661915" y="5098408"/>
            <a:ext cx="60971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/>
              <a:t>Autores:</a:t>
            </a:r>
            <a:br>
              <a:rPr lang="pt-PT" dirty="0"/>
            </a:br>
            <a:r>
              <a:rPr lang="pt-PT" dirty="0"/>
              <a:t>Ana Moreira</a:t>
            </a:r>
            <a:br>
              <a:rPr lang="pt-PT" dirty="0"/>
            </a:br>
            <a:r>
              <a:rPr lang="pt-PT" dirty="0"/>
              <a:t>Flávio Vieira</a:t>
            </a:r>
            <a:br>
              <a:rPr lang="pt-PT" dirty="0"/>
            </a:br>
            <a:r>
              <a:rPr lang="pt-PT" dirty="0"/>
              <a:t>Gabriela Carneiro</a:t>
            </a:r>
            <a:br>
              <a:rPr lang="pt-PT" dirty="0"/>
            </a:br>
            <a:r>
              <a:rPr lang="pt-PT" dirty="0"/>
              <a:t>Maria Leonor </a:t>
            </a:r>
            <a:r>
              <a:rPr lang="pt-PT" dirty="0" err="1"/>
              <a:t>Fernades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4472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75DD11-AAE8-AF69-175F-BA393B81F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Racional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F18BF26-25E5-07D1-5825-0816A9924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just">
              <a:buNone/>
            </a:pPr>
            <a:r>
              <a:rPr lang="pt-PT" dirty="0"/>
              <a:t>A transição para o ensino superior é um período de elevada vulnerabilidade, estimando-se que um terço dos estudantes sofra de mal-estar psicológico. Barreiras como o estigma, custos elevados e longas listas de espera dificultam o acesso ao apoio tradicional, que é muitas vezes escasso ou passivo.</a:t>
            </a:r>
          </a:p>
          <a:p>
            <a:pPr marL="0" indent="0" algn="just">
              <a:buNone/>
            </a:pPr>
            <a:r>
              <a:rPr lang="pt-PT" dirty="0" err="1"/>
              <a:t>Oprojeto</a:t>
            </a:r>
            <a:r>
              <a:rPr lang="pt-PT" dirty="0"/>
              <a:t> </a:t>
            </a:r>
            <a:r>
              <a:rPr lang="pt-PT" b="1" dirty="0" err="1"/>
              <a:t>MindMove</a:t>
            </a:r>
            <a:r>
              <a:rPr lang="pt-PT" dirty="0"/>
              <a:t> surge para colmatar esta lacuna, apresentando uma intervenção digital multimodal que integra a Terapia Cognitivo-Comportamental (</a:t>
            </a:r>
            <a:r>
              <a:rPr lang="pt-PT" dirty="0" err="1"/>
              <a:t>dCBT</a:t>
            </a:r>
            <a:r>
              <a:rPr lang="pt-PT" dirty="0"/>
              <a:t>) com a monitorização de estilos de vida (sono e exercício). A aplicação, focada em sintomas depressivos ligeiros a moderados (PHQ-9 entre 5 e 14), atua preventivamente para evitar o agravamento clínico.</a:t>
            </a:r>
          </a:p>
          <a:p>
            <a:pPr marL="0" indent="0" algn="just">
              <a:buNone/>
            </a:pPr>
            <a:r>
              <a:rPr lang="pt-PT" dirty="0"/>
              <a:t>Ao comparar a monitorização ativa via app com o suporte estático (brochuras informativas), que representa o padrão atual nos serviços universitários, este estudo pretende demonstrar a superioridade da solução tecnológica na redução de sintomas. Assim, o </a:t>
            </a:r>
            <a:r>
              <a:rPr lang="pt-PT" dirty="0" err="1"/>
              <a:t>MindMove</a:t>
            </a:r>
            <a:r>
              <a:rPr lang="pt-PT" dirty="0"/>
              <a:t> oferece uma alternativa escalável e eficaz para a saúde mental no contexto académico português.</a:t>
            </a:r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65899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81113-7C0D-9CB1-E4BF-A9FD279E7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E1E2DE-4AD9-AD89-5DC8-3A2F0D036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Objetivos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DC72D86-3A31-7A3A-6AA8-53F401637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dirty="0"/>
              <a:t>Objetivo primário: </a:t>
            </a:r>
            <a:r>
              <a:rPr lang="pt-PT" b="0" i="0" dirty="0">
                <a:effectLst/>
              </a:rPr>
              <a:t>Avaliar a eficácia da intervenção digital </a:t>
            </a:r>
            <a:r>
              <a:rPr lang="pt-PT" b="0" i="0" dirty="0" err="1">
                <a:effectLst/>
              </a:rPr>
              <a:t>MindMove</a:t>
            </a:r>
            <a:r>
              <a:rPr lang="pt-PT" b="0" i="0" dirty="0">
                <a:effectLst/>
              </a:rPr>
              <a:t> na redução dos sintomas depressivos, medidos através do questionário PHQ-9, em estudantes universitários.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b="0" i="0" dirty="0">
                <a:effectLst/>
              </a:rPr>
              <a:t>Objetivos Secundários: Avaliar o impacto na ansiedade (GAD-7), qualidade do sono (PSQI), níveis de atividade física, adesão à intervenção e usabilidade da aplicação (SUS).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71773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7031A-95F2-7260-23DB-612231579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Desenho de Estudo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87BCC5D-5278-926E-AA7E-F5C7F9B98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b="0" i="0" dirty="0">
                <a:effectLst/>
              </a:rPr>
              <a:t>Ensaio clínico randomizado (RCT) paralelo com 30 participantes e alocação 1:1. Grupo intervenção utiliza a aplicação </a:t>
            </a:r>
            <a:r>
              <a:rPr lang="pt-PT" b="0" i="0" dirty="0" err="1">
                <a:effectLst/>
              </a:rPr>
              <a:t>MindMove</a:t>
            </a:r>
            <a:r>
              <a:rPr lang="pt-PT" b="0" i="0" dirty="0">
                <a:effectLst/>
              </a:rPr>
              <a:t> com monitorização, alertas e conteúdo educativo.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b="0" i="0" dirty="0">
                <a:effectLst/>
              </a:rPr>
              <a:t>Grupo controlo em lista de espera recebe brochuras informativas (standard </a:t>
            </a:r>
            <a:r>
              <a:rPr lang="pt-PT" b="0" i="0" dirty="0" err="1">
                <a:effectLst/>
              </a:rPr>
              <a:t>of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care</a:t>
            </a:r>
            <a:r>
              <a:rPr lang="pt-PT" b="0" i="0" dirty="0">
                <a:effectLst/>
              </a:rPr>
              <a:t>). Período do estudo: 21 a 27 de março de 2026 (fase piloto).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39218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73BB9-D4B1-2203-CD10-6B57645B3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Metedologia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7979BBC-F16A-9938-9523-52DCDAA66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PT" dirty="0"/>
              <a:t>Desenho do Estudo</a:t>
            </a:r>
            <a:endParaRPr lang="pt-PT" dirty="0">
              <a:effectLst/>
            </a:endParaRPr>
          </a:p>
          <a:p>
            <a:pPr marL="0" indent="0">
              <a:buNone/>
            </a:pPr>
            <a:r>
              <a:rPr lang="pt-PT" b="0" i="0" dirty="0">
                <a:effectLst/>
              </a:rPr>
              <a:t>Ensaio clínico randomizado, controlado, paralelo com 30 participantes divididos 1:1 entre grupo intervenção (App </a:t>
            </a:r>
            <a:r>
              <a:rPr lang="pt-PT" b="0" i="0" dirty="0" err="1">
                <a:effectLst/>
              </a:rPr>
              <a:t>MindMove</a:t>
            </a:r>
            <a:r>
              <a:rPr lang="pt-PT" b="0" i="0" dirty="0">
                <a:effectLst/>
              </a:rPr>
              <a:t>) e grupo controlo (lista de espera com brochuras informativas).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dirty="0" err="1"/>
              <a:t>Timeline</a:t>
            </a:r>
            <a:r>
              <a:rPr lang="pt-PT" dirty="0"/>
              <a:t> do Estudo</a:t>
            </a:r>
            <a:endParaRPr lang="pt-PT" dirty="0">
              <a:effectLst/>
            </a:endParaRPr>
          </a:p>
          <a:p>
            <a:r>
              <a:rPr lang="pt-PT" b="0" i="0" dirty="0">
                <a:effectLst/>
              </a:rPr>
              <a:t>Recrutamento: Seleção de participantes</a:t>
            </a:r>
            <a:endParaRPr lang="pt-PT" dirty="0"/>
          </a:p>
          <a:p>
            <a:r>
              <a:rPr lang="pt-PT" b="0" i="0" dirty="0" err="1">
                <a:effectLst/>
              </a:rPr>
              <a:t>Baseline</a:t>
            </a:r>
            <a:r>
              <a:rPr lang="pt-PT" b="0" i="0" dirty="0">
                <a:effectLst/>
              </a:rPr>
              <a:t>: Avaliação inicial (PHQ-9, GAD-7)</a:t>
            </a:r>
            <a:endParaRPr lang="pt-PT" dirty="0"/>
          </a:p>
          <a:p>
            <a:r>
              <a:rPr lang="pt-PT" b="0" i="0" dirty="0">
                <a:effectLst/>
              </a:rPr>
              <a:t>Intervenção: data definida </a:t>
            </a:r>
          </a:p>
          <a:p>
            <a:r>
              <a:rPr lang="pt-PT" b="0" i="0" dirty="0" err="1">
                <a:effectLst/>
              </a:rPr>
              <a:t>Mid-term</a:t>
            </a:r>
            <a:r>
              <a:rPr lang="pt-PT" b="0" i="0" dirty="0">
                <a:effectLst/>
              </a:rPr>
              <a:t>: Avaliação intermédia</a:t>
            </a:r>
            <a:endParaRPr lang="pt-PT" dirty="0"/>
          </a:p>
          <a:p>
            <a:r>
              <a:rPr lang="pt-PT" b="0" i="0" dirty="0" err="1">
                <a:effectLst/>
              </a:rPr>
              <a:t>Post-test</a:t>
            </a:r>
            <a:r>
              <a:rPr lang="pt-PT" b="0" i="0" dirty="0">
                <a:effectLst/>
              </a:rPr>
              <a:t>: Avaliação final</a:t>
            </a:r>
            <a:endParaRPr lang="pt-PT" dirty="0"/>
          </a:p>
          <a:p>
            <a:r>
              <a:rPr lang="pt-PT" b="0" i="0" dirty="0">
                <a:effectLst/>
              </a:rPr>
              <a:t>Follow-up: Acompanhamento</a:t>
            </a:r>
            <a:endParaRPr lang="pt-PT" dirty="0"/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6786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D74BBF-F8B0-14AD-237E-DA7B79273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População do estudo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B6D9C2E-2B27-BA93-78B5-E64CE19F8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pt-PT" dirty="0"/>
              <a:t>Critérios de Inclusão:</a:t>
            </a:r>
          </a:p>
          <a:p>
            <a:r>
              <a:rPr lang="pt-PT" dirty="0"/>
              <a:t>Estudantes universitários matriculados</a:t>
            </a:r>
          </a:p>
          <a:p>
            <a:r>
              <a:rPr lang="pt-PT" dirty="0"/>
              <a:t>Idade entre 18 e 30 anos</a:t>
            </a:r>
          </a:p>
          <a:p>
            <a:r>
              <a:rPr lang="pt-PT" dirty="0"/>
              <a:t>Pontuação PHQ-9 ≥ 5 (sintomas depressivos leves a moderados)</a:t>
            </a:r>
          </a:p>
          <a:p>
            <a:r>
              <a:rPr lang="pt-PT" dirty="0"/>
              <a:t>Acesso a smartphone com sistema iOS ou Android</a:t>
            </a:r>
          </a:p>
          <a:p>
            <a:r>
              <a:rPr lang="pt-PT" dirty="0"/>
              <a:t>Capacidade de fornecer consentimento informado</a:t>
            </a:r>
          </a:p>
          <a:p>
            <a:endParaRPr lang="pt-PT" dirty="0"/>
          </a:p>
          <a:p>
            <a:r>
              <a:rPr lang="pt-PT" dirty="0"/>
              <a:t>Critérios de Exclusão:</a:t>
            </a:r>
          </a:p>
          <a:p>
            <a:r>
              <a:rPr lang="pt-PT" dirty="0"/>
              <a:t>Tratamento psiquiátrico ativo em curso</a:t>
            </a:r>
          </a:p>
          <a:p>
            <a:r>
              <a:rPr lang="pt-PT" dirty="0"/>
              <a:t>Presença de ideação suicida (item 9 do PHQ-9 ≥ 2)</a:t>
            </a:r>
          </a:p>
          <a:p>
            <a:r>
              <a:rPr lang="pt-PT" dirty="0"/>
              <a:t>Diagnóstico de perturbação psicótica ou bipolar</a:t>
            </a:r>
          </a:p>
          <a:p>
            <a:r>
              <a:rPr lang="pt-PT" dirty="0"/>
              <a:t>Participação noutro ensaio clínico de saúde mental</a:t>
            </a:r>
          </a:p>
          <a:p>
            <a:r>
              <a:rPr lang="pt-PT" dirty="0"/>
              <a:t>Incapacidade de compreender português escrito</a:t>
            </a:r>
          </a:p>
          <a:p>
            <a:pPr marL="0" indent="0">
              <a:buNone/>
            </a:pPr>
            <a:endParaRPr lang="pt-PT" dirty="0"/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298641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EBEEE-BD63-D0B3-BD50-A2CC10449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D8C058-7E42-3F3C-4504-069FFF661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Metodologia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8AFE875B-13F4-0A38-6571-38FEB8886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dirty="0"/>
              <a:t>Grupo Intervenção</a:t>
            </a:r>
            <a:endParaRPr lang="pt-PT" dirty="0">
              <a:effectLst/>
            </a:endParaRPr>
          </a:p>
          <a:p>
            <a:pPr marL="0" indent="0">
              <a:buNone/>
            </a:pPr>
            <a:r>
              <a:rPr lang="pt-PT" dirty="0"/>
              <a:t>App </a:t>
            </a:r>
            <a:r>
              <a:rPr lang="pt-PT" dirty="0" err="1"/>
              <a:t>MindMove</a:t>
            </a:r>
            <a:r>
              <a:rPr lang="pt-PT" dirty="0"/>
              <a:t> com funcionalidades integradas: monitorização contínua de sintomas, alertas personalizados baseados em dados, conteúdo educativo sobre saúde mental e exercícios de bem-estar.</a:t>
            </a:r>
            <a:endParaRPr lang="pt-PT" dirty="0">
              <a:effectLst/>
            </a:endParaRPr>
          </a:p>
          <a:p>
            <a:pPr marL="0" indent="0">
              <a:buNone/>
            </a:pPr>
            <a:br>
              <a:rPr lang="pt-PT" dirty="0"/>
            </a:br>
            <a:r>
              <a:rPr lang="pt-PT" b="0" i="0" dirty="0">
                <a:effectLst/>
              </a:rPr>
              <a:t>Grupo Controlo</a:t>
            </a:r>
            <a:br>
              <a:rPr lang="pt-PT" b="0" i="0" dirty="0">
                <a:effectLst/>
              </a:rPr>
            </a:br>
            <a:r>
              <a:rPr lang="pt-PT" b="0" i="0" dirty="0">
                <a:effectLst/>
              </a:rPr>
              <a:t>Brochuras informativas sobre saúde mental (standard </a:t>
            </a:r>
            <a:r>
              <a:rPr lang="pt-PT" b="0" i="0" dirty="0" err="1">
                <a:effectLst/>
              </a:rPr>
              <a:t>of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care</a:t>
            </a:r>
            <a:r>
              <a:rPr lang="pt-PT" b="0" i="0" dirty="0">
                <a:effectLst/>
              </a:rPr>
              <a:t>): material educativo convencional sem componente digital ou interativo, servindo como comparador ativo.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97817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B5D6F-69C6-D230-31EC-19020B8F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90D609-DBD7-B1A4-8A0F-867A1E911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Outcomes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C1C5F76-23B1-1E09-345E-E2FD9227D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b="0" i="0" dirty="0" err="1">
                <a:effectLst/>
              </a:rPr>
              <a:t>Outcome</a:t>
            </a:r>
            <a:r>
              <a:rPr lang="pt-PT" b="0" i="0" dirty="0">
                <a:effectLst/>
              </a:rPr>
              <a:t> Primário: Variação no score PHQ-9 (</a:t>
            </a:r>
            <a:r>
              <a:rPr lang="pt-PT" b="0" i="0" dirty="0" err="1">
                <a:effectLst/>
              </a:rPr>
              <a:t>Patient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Health</a:t>
            </a:r>
            <a:r>
              <a:rPr lang="pt-PT" b="0" i="0" dirty="0">
                <a:effectLst/>
              </a:rPr>
              <a:t> Questionnaire-9) para avaliação da redução de sintomas depressivos.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b="0" i="0" dirty="0">
                <a:effectLst/>
              </a:rPr>
              <a:t>Usabilidade: Avaliação através do </a:t>
            </a:r>
            <a:r>
              <a:rPr lang="pt-PT" b="0" i="0" dirty="0" err="1">
                <a:effectLst/>
              </a:rPr>
              <a:t>System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Usability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Scale</a:t>
            </a:r>
            <a:r>
              <a:rPr lang="pt-PT" b="0" i="0" dirty="0">
                <a:effectLst/>
              </a:rPr>
              <a:t> (SUS) para medir a experiência do utilizador com a aplicação </a:t>
            </a:r>
            <a:r>
              <a:rPr lang="pt-PT" b="0" i="0" dirty="0" err="1">
                <a:effectLst/>
              </a:rPr>
              <a:t>MindMove</a:t>
            </a:r>
            <a:r>
              <a:rPr lang="pt-PT" b="0" i="0" dirty="0">
                <a:effectLst/>
              </a:rPr>
              <a:t>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b="0" i="0" dirty="0" err="1">
                <a:effectLst/>
              </a:rPr>
              <a:t>Outcomes</a:t>
            </a:r>
            <a:r>
              <a:rPr lang="pt-PT" b="0" i="0" dirty="0">
                <a:effectLst/>
              </a:rPr>
              <a:t> Secundários: Adesão à intervenção digital e bem-estar geral medido pelo WHO-5 (</a:t>
            </a:r>
            <a:r>
              <a:rPr lang="pt-PT" b="0" i="0" dirty="0" err="1">
                <a:effectLst/>
              </a:rPr>
              <a:t>World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Health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Organization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Well-Being</a:t>
            </a:r>
            <a:r>
              <a:rPr lang="pt-PT" b="0" i="0" dirty="0">
                <a:effectLst/>
              </a:rPr>
              <a:t> Index).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89097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43D12-D2E9-BED2-1731-E6C8BBC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Análise Estatística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53A77B6-F4C0-930D-C503-E81692D56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b="0" i="0" dirty="0">
                <a:effectLst/>
              </a:rPr>
              <a:t>Métodos e Métricas</a:t>
            </a:r>
            <a:endParaRPr lang="pt-PT" dirty="0"/>
          </a:p>
          <a:p>
            <a:r>
              <a:rPr lang="pt-PT" dirty="0"/>
              <a:t>Amostra piloto: n=30 participantes</a:t>
            </a:r>
          </a:p>
          <a:p>
            <a:r>
              <a:rPr lang="pt-PT" dirty="0"/>
              <a:t>Modelos Lineares Mistos (LMM) para análise longitudinal</a:t>
            </a:r>
          </a:p>
          <a:p>
            <a:r>
              <a:rPr lang="pt-PT" dirty="0"/>
              <a:t>Análise ITT (intenção de tratar) e per-</a:t>
            </a:r>
            <a:r>
              <a:rPr lang="pt-PT" dirty="0" err="1"/>
              <a:t>protocol</a:t>
            </a:r>
            <a:endParaRPr lang="pt-PT" dirty="0"/>
          </a:p>
          <a:p>
            <a:r>
              <a:rPr lang="pt-PT" dirty="0"/>
              <a:t>Cálculo do tamanho de efeito: </a:t>
            </a:r>
            <a:r>
              <a:rPr lang="pt-PT" dirty="0" err="1"/>
              <a:t>Cohen’s</a:t>
            </a:r>
            <a:r>
              <a:rPr lang="pt-PT" dirty="0"/>
              <a:t> d</a:t>
            </a:r>
          </a:p>
          <a:p>
            <a:r>
              <a:rPr lang="pt-PT" dirty="0"/>
              <a:t>Comparação entre grupos ao longo do tempo</a:t>
            </a:r>
          </a:p>
          <a:p>
            <a:pPr marL="0" indent="0">
              <a:buNone/>
            </a:pP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436765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EB4CE7-7D17-C27F-BCCA-AED2BD96B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Ética e proteção de dados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97E5CD2-05E4-59E0-32EF-30F549E86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PT" b="0" i="0" dirty="0">
                <a:effectLst/>
              </a:rPr>
              <a:t>Aprovação ética pela Comissão de Ética da FMUP. Consentimento informado digital obtido via </a:t>
            </a:r>
            <a:r>
              <a:rPr lang="pt-PT" b="0" i="0" dirty="0" err="1">
                <a:effectLst/>
              </a:rPr>
              <a:t>landing</a:t>
            </a:r>
            <a:r>
              <a:rPr lang="pt-PT" b="0" i="0" dirty="0">
                <a:effectLst/>
              </a:rPr>
              <a:t> </a:t>
            </a:r>
            <a:r>
              <a:rPr lang="pt-PT" b="0" i="0" dirty="0" err="1">
                <a:effectLst/>
              </a:rPr>
              <a:t>page</a:t>
            </a:r>
            <a:r>
              <a:rPr lang="pt-PT" b="0" i="0" dirty="0">
                <a:effectLst/>
              </a:rPr>
              <a:t> antes da participação no estudo.</a:t>
            </a:r>
            <a:br>
              <a:rPr lang="pt-PT" b="0" i="0" dirty="0">
                <a:effectLst/>
              </a:rPr>
            </a:br>
            <a:br>
              <a:rPr lang="pt-PT" b="0" i="0" dirty="0">
                <a:effectLst/>
              </a:rPr>
            </a:br>
            <a:r>
              <a:rPr lang="pt-PT" b="0" i="0" dirty="0">
                <a:effectLst/>
              </a:rPr>
              <a:t>Proteção de dados em conformidade com o RGPD. Dados anonimizados e armazenados em servidores seguros com encriptação </a:t>
            </a:r>
            <a:r>
              <a:rPr lang="pt-PT" b="0" i="0" dirty="0" err="1">
                <a:effectLst/>
              </a:rPr>
              <a:t>end</a:t>
            </a:r>
            <a:r>
              <a:rPr lang="pt-PT" b="0" i="0" dirty="0">
                <a:effectLst/>
              </a:rPr>
              <a:t>-to-</a:t>
            </a:r>
            <a:r>
              <a:rPr lang="pt-PT" b="0" i="0" dirty="0" err="1">
                <a:effectLst/>
              </a:rPr>
              <a:t>end</a:t>
            </a:r>
            <a:r>
              <a:rPr lang="pt-PT" b="0" i="0" dirty="0">
                <a:effectLst/>
              </a:rPr>
              <a:t>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9976421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206</TotalTime>
  <Words>689</Words>
  <Application>Microsoft Office PowerPoint</Application>
  <PresentationFormat>Ecrã Panorâmico</PresentationFormat>
  <Paragraphs>49</Paragraphs>
  <Slides>10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do Office</vt:lpstr>
      <vt:lpstr>Eficácia da Intervenção Digital MindMove na Saúde Mental de Universitários</vt:lpstr>
      <vt:lpstr>Racional</vt:lpstr>
      <vt:lpstr>Objetivos</vt:lpstr>
      <vt:lpstr>Desenho de Estudo</vt:lpstr>
      <vt:lpstr>Metedologia</vt:lpstr>
      <vt:lpstr>População do estudo</vt:lpstr>
      <vt:lpstr>Metodologia</vt:lpstr>
      <vt:lpstr>Outcomes</vt:lpstr>
      <vt:lpstr>Análise Estatística</vt:lpstr>
      <vt:lpstr>Ética e proteção de dados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Gabriela Carneiro</dc:creator>
  <cp:lastModifiedBy>Gabriela Carneiro</cp:lastModifiedBy>
  <cp:revision>1</cp:revision>
  <dcterms:created xsi:type="dcterms:W3CDTF">2026-04-28T17:40:46Z</dcterms:created>
  <dcterms:modified xsi:type="dcterms:W3CDTF">2026-04-28T21:07:07Z</dcterms:modified>
</cp:coreProperties>
</file>