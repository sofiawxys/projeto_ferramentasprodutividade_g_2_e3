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293244-A155-4740-A274-1AB9773F4798}" v="28" dt="2026-04-28T19:29:07.3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0" d="100"/>
          <a:sy n="70" d="100"/>
        </p:scale>
        <p:origin x="33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a Carneiro" userId="038eca41cd8564ab" providerId="LiveId" clId="{D03F746D-BE5D-4789-93E6-42C6E52F57A2}"/>
    <pc:docChg chg="undo custSel modSld addMainMaster delMainMaster">
      <pc:chgData name="Gabriela Carneiro" userId="038eca41cd8564ab" providerId="LiveId" clId="{D03F746D-BE5D-4789-93E6-42C6E52F57A2}" dt="2026-04-28T19:29:07.359" v="234" actId="1076"/>
      <pc:docMkLst>
        <pc:docMk/>
      </pc:docMkLst>
      <pc:sldChg chg="addSp delSp modSp mod setBg modClrScheme addAnim delAnim delDesignElem chgLayout">
        <pc:chgData name="Gabriela Carneiro" userId="038eca41cd8564ab" providerId="LiveId" clId="{D03F746D-BE5D-4789-93E6-42C6E52F57A2}" dt="2026-04-28T19:29:07.359" v="234" actId="1076"/>
        <pc:sldMkLst>
          <pc:docMk/>
          <pc:sldMk cId="334472207" sldId="256"/>
        </pc:sldMkLst>
        <pc:spChg chg="mod">
          <ac:chgData name="Gabriela Carneiro" userId="038eca41cd8564ab" providerId="LiveId" clId="{D03F746D-BE5D-4789-93E6-42C6E52F57A2}" dt="2026-04-28T19:28:59.700" v="233" actId="1076"/>
          <ac:spMkLst>
            <pc:docMk/>
            <pc:sldMk cId="334472207" sldId="256"/>
            <ac:spMk id="2" creationId="{75ECC06D-CF47-DEAA-143E-F7562C4F7A12}"/>
          </ac:spMkLst>
        </pc:spChg>
        <pc:spChg chg="mod">
          <ac:chgData name="Gabriela Carneiro" userId="038eca41cd8564ab" providerId="LiveId" clId="{D03F746D-BE5D-4789-93E6-42C6E52F57A2}" dt="2026-04-28T19:28:56.790" v="232" actId="1076"/>
          <ac:spMkLst>
            <pc:docMk/>
            <pc:sldMk cId="334472207" sldId="256"/>
            <ac:spMk id="3" creationId="{A8F6453E-3446-8960-C5F4-299D511766F6}"/>
          </ac:spMkLst>
        </pc:spChg>
        <pc:spChg chg="add del">
          <ac:chgData name="Gabriela Carneiro" userId="038eca41cd8564ab" providerId="LiveId" clId="{D03F746D-BE5D-4789-93E6-42C6E52F57A2}" dt="2026-04-28T19:13:52.677" v="42" actId="22"/>
          <ac:spMkLst>
            <pc:docMk/>
            <pc:sldMk cId="334472207" sldId="256"/>
            <ac:spMk id="5" creationId="{58DAEC2A-5BF5-7BED-4E44-45EBC9E4B3D0}"/>
          </ac:spMkLst>
        </pc:spChg>
        <pc:spChg chg="add del">
          <ac:chgData name="Gabriela Carneiro" userId="038eca41cd8564ab" providerId="LiveId" clId="{D03F746D-BE5D-4789-93E6-42C6E52F57A2}" dt="2026-04-28T19:23:38.771" v="70" actId="22"/>
          <ac:spMkLst>
            <pc:docMk/>
            <pc:sldMk cId="334472207" sldId="256"/>
            <ac:spMk id="8" creationId="{3C806525-1F3B-D3C1-D491-4319E90E9558}"/>
          </ac:spMkLst>
        </pc:spChg>
        <pc:spChg chg="add mod">
          <ac:chgData name="Gabriela Carneiro" userId="038eca41cd8564ab" providerId="LiveId" clId="{D03F746D-BE5D-4789-93E6-42C6E52F57A2}" dt="2026-04-28T19:24:32.657" v="226" actId="20577"/>
          <ac:spMkLst>
            <pc:docMk/>
            <pc:sldMk cId="334472207" sldId="256"/>
            <ac:spMk id="10" creationId="{0B83327B-5780-CA19-0F3B-A91E31244EFE}"/>
          </ac:spMkLst>
        </pc:spChg>
        <pc:spChg chg="add del">
          <ac:chgData name="Gabriela Carneiro" userId="038eca41cd8564ab" providerId="LiveId" clId="{D03F746D-BE5D-4789-93E6-42C6E52F57A2}" dt="2026-04-28T18:54:33.043" v="7" actId="26606"/>
          <ac:spMkLst>
            <pc:docMk/>
            <pc:sldMk cId="334472207" sldId="256"/>
            <ac:spMk id="1031" creationId="{19F9BF86-FE94-4517-B97D-026C7515E589}"/>
          </ac:spMkLst>
        </pc:spChg>
        <pc:spChg chg="add del">
          <ac:chgData name="Gabriela Carneiro" userId="038eca41cd8564ab" providerId="LiveId" clId="{D03F746D-BE5D-4789-93E6-42C6E52F57A2}" dt="2026-04-28T18:54:34.593" v="9" actId="26606"/>
          <ac:spMkLst>
            <pc:docMk/>
            <pc:sldMk cId="334472207" sldId="256"/>
            <ac:spMk id="1035" creationId="{33E93247-6229-44AB-A550-739E971E690B}"/>
          </ac:spMkLst>
        </pc:spChg>
        <pc:spChg chg="add del">
          <ac:chgData name="Gabriela Carneiro" userId="038eca41cd8564ab" providerId="LiveId" clId="{D03F746D-BE5D-4789-93E6-42C6E52F57A2}" dt="2026-04-28T19:14:02.978" v="43" actId="26606"/>
          <ac:spMkLst>
            <pc:docMk/>
            <pc:sldMk cId="334472207" sldId="256"/>
            <ac:spMk id="1038" creationId="{19F9BF86-FE94-4517-B97D-026C7515E589}"/>
          </ac:spMkLst>
        </pc:spChg>
        <pc:spChg chg="add del">
          <ac:chgData name="Gabriela Carneiro" userId="038eca41cd8564ab" providerId="LiveId" clId="{D03F746D-BE5D-4789-93E6-42C6E52F57A2}" dt="2026-04-28T19:28:39.910" v="229"/>
          <ac:spMkLst>
            <pc:docMk/>
            <pc:sldMk cId="334472207" sldId="256"/>
            <ac:spMk id="1044" creationId="{19F9BF86-FE94-4517-B97D-026C7515E589}"/>
          </ac:spMkLst>
        </pc:spChg>
        <pc:picChg chg="add del mod">
          <ac:chgData name="Gabriela Carneiro" userId="038eca41cd8564ab" providerId="LiveId" clId="{D03F746D-BE5D-4789-93E6-42C6E52F57A2}" dt="2026-04-28T19:23:28.086" v="67" actId="478"/>
          <ac:picMkLst>
            <pc:docMk/>
            <pc:sldMk cId="334472207" sldId="256"/>
            <ac:picMk id="6" creationId="{E9EA455F-004B-8977-4D38-DFA54E3384C7}"/>
          </ac:picMkLst>
        </pc:picChg>
        <pc:picChg chg="add del mod">
          <ac:chgData name="Gabriela Carneiro" userId="038eca41cd8564ab" providerId="LiveId" clId="{D03F746D-BE5D-4789-93E6-42C6E52F57A2}" dt="2026-04-28T19:28:00.762" v="227" actId="478"/>
          <ac:picMkLst>
            <pc:docMk/>
            <pc:sldMk cId="334472207" sldId="256"/>
            <ac:picMk id="1026" creationId="{09A4D76B-D106-AD11-D556-99D64ED585DE}"/>
          </ac:picMkLst>
        </pc:picChg>
        <pc:picChg chg="add mod">
          <ac:chgData name="Gabriela Carneiro" userId="038eca41cd8564ab" providerId="LiveId" clId="{D03F746D-BE5D-4789-93E6-42C6E52F57A2}" dt="2026-04-28T19:29:07.359" v="234" actId="1076"/>
          <ac:picMkLst>
            <pc:docMk/>
            <pc:sldMk cId="334472207" sldId="256"/>
            <ac:picMk id="1028" creationId="{639F4097-F9F9-7805-5185-50A8AE3A89A3}"/>
          </ac:picMkLst>
        </pc:picChg>
        <pc:cxnChg chg="add del">
          <ac:chgData name="Gabriela Carneiro" userId="038eca41cd8564ab" providerId="LiveId" clId="{D03F746D-BE5D-4789-93E6-42C6E52F57A2}" dt="2026-04-28T18:54:33.043" v="7" actId="26606"/>
          <ac:cxnSpMkLst>
            <pc:docMk/>
            <pc:sldMk cId="334472207" sldId="256"/>
            <ac:cxnSpMk id="1033" creationId="{6CA391F1-4B2C-521B-F6A5-52C74B30349D}"/>
          </ac:cxnSpMkLst>
        </pc:cxnChg>
        <pc:cxnChg chg="add del">
          <ac:chgData name="Gabriela Carneiro" userId="038eca41cd8564ab" providerId="LiveId" clId="{D03F746D-BE5D-4789-93E6-42C6E52F57A2}" dt="2026-04-28T18:54:34.593" v="9" actId="26606"/>
          <ac:cxnSpMkLst>
            <pc:docMk/>
            <pc:sldMk cId="334472207" sldId="256"/>
            <ac:cxnSpMk id="1036" creationId="{EE2E603F-4A95-4FE8-BB06-211DFD75DBEF}"/>
          </ac:cxnSpMkLst>
        </pc:cxnChg>
        <pc:cxnChg chg="add del">
          <ac:chgData name="Gabriela Carneiro" userId="038eca41cd8564ab" providerId="LiveId" clId="{D03F746D-BE5D-4789-93E6-42C6E52F57A2}" dt="2026-04-28T19:14:02.978" v="43" actId="26606"/>
          <ac:cxnSpMkLst>
            <pc:docMk/>
            <pc:sldMk cId="334472207" sldId="256"/>
            <ac:cxnSpMk id="1039" creationId="{6CA391F1-4B2C-521B-F6A5-52C74B30349D}"/>
          </ac:cxnSpMkLst>
        </pc:cxnChg>
        <pc:cxnChg chg="add del">
          <ac:chgData name="Gabriela Carneiro" userId="038eca41cd8564ab" providerId="LiveId" clId="{D03F746D-BE5D-4789-93E6-42C6E52F57A2}" dt="2026-04-28T19:28:39.910" v="229"/>
          <ac:cxnSpMkLst>
            <pc:docMk/>
            <pc:sldMk cId="334472207" sldId="256"/>
            <ac:cxnSpMk id="1046" creationId="{59D7B6BE-A4E0-4483-BEC5-493AC3E5D2AD}"/>
          </ac:cxnSpMkLst>
        </pc:cxnChg>
      </pc:sldChg>
      <pc:sldMasterChg chg="add del addSldLayout delSldLayout">
        <pc:chgData name="Gabriela Carneiro" userId="038eca41cd8564ab" providerId="LiveId" clId="{D03F746D-BE5D-4789-93E6-42C6E52F57A2}" dt="2026-04-28T18:54:34.652" v="10" actId="26606"/>
        <pc:sldMasterMkLst>
          <pc:docMk/>
          <pc:sldMasterMk cId="4021644389" sldId="2147483660"/>
        </pc:sldMasterMkLst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548514467" sldId="2147483661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313703108" sldId="2147483662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2857819802" sldId="2147483663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311470768" sldId="2147483664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2803742040" sldId="2147483665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2547086471" sldId="2147483666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4287985583" sldId="2147483667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680416906" sldId="2147483668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3861050607" sldId="2147483669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054779706" sldId="2147483670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3597112691" sldId="2147483671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698965006" sldId="2147483672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537016960" sldId="2147483673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981951518" sldId="2147483674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60206595" sldId="2147483675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620018748" sldId="2147483676"/>
          </pc:sldLayoutMkLst>
        </pc:sldLayoutChg>
      </pc:sldMasterChg>
      <pc:sldMasterChg chg="add del replId addSldLayout delSldLayout">
        <pc:chgData name="Gabriela Carneiro" userId="038eca41cd8564ab" providerId="LiveId" clId="{D03F746D-BE5D-4789-93E6-42C6E52F57A2}" dt="2026-04-28T18:54:33.043" v="7" actId="26606"/>
        <pc:sldMasterMkLst>
          <pc:docMk/>
          <pc:sldMasterMk cId="1706574332" sldId="2147483677"/>
        </pc:sldMasterMkLst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4169075916" sldId="2147483678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3971105433" sldId="2147483679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2809624590" sldId="2147483680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46483895" sldId="2147483681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1032196476" sldId="2147483682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1147285346" sldId="2147483683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356839949" sldId="2147483684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2141797413" sldId="2147483685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3203792654" sldId="2147483686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4255237317" sldId="2147483687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1776009374" sldId="2147483688"/>
          </pc:sldLayoutMkLst>
        </pc:sldLayoutChg>
      </pc:sldMasterChg>
      <pc:sldMasterChg chg="add replId addSldLayout">
        <pc:chgData name="Gabriela Carneiro" userId="038eca41cd8564ab" providerId="LiveId" clId="{D03F746D-BE5D-4789-93E6-42C6E52F57A2}" dt="2026-04-28T18:54:34.652" v="10" actId="26606"/>
        <pc:sldMasterMkLst>
          <pc:docMk/>
          <pc:sldMasterMk cId="1706574332" sldId="2147483677"/>
        </pc:sldMasterMkLst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4169075916" sldId="2147483678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3971105433" sldId="2147483679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2809624590" sldId="2147483680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46483895" sldId="2147483681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1032196476" sldId="2147483682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1147285346" sldId="2147483683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356839949" sldId="2147483684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2141797413" sldId="2147483685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3203792654" sldId="2147483686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4255237317" sldId="2147483687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1776009374" sldId="2147483688"/>
          </pc:sldLayoutMkLst>
        </pc:sldLayoutChg>
      </pc:sldMasterChg>
      <pc:sldMasterChg chg="add del addSldLayout delSldLayout">
        <pc:chgData name="Gabriela Carneiro" userId="038eca41cd8564ab" providerId="LiveId" clId="{D03F746D-BE5D-4789-93E6-42C6E52F57A2}" dt="2026-04-28T18:54:34.593" v="9" actId="26606"/>
        <pc:sldMasterMkLst>
          <pc:docMk/>
          <pc:sldMasterMk cId="2612624701" sldId="2147483685"/>
        </pc:sldMasterMkLst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947022627" sldId="2147483677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4227451452" sldId="2147483678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4137083926" sldId="2147483679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429139238" sldId="2147483680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032380608" sldId="2147483681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027858850" sldId="2147483682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858544717" sldId="2147483683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1956618825" sldId="2147483684"/>
          </pc:sldLayoutMkLst>
        </pc:sldLayoutChg>
        <pc:sldLayoutChg chg="add del replId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213592134" sldId="2147483686"/>
          </pc:sldLayoutMkLst>
        </pc:sldLayoutChg>
        <pc:sldLayoutChg chg="add del replId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959423476" sldId="2147483687"/>
          </pc:sldLayoutMkLst>
        </pc:sldLayoutChg>
        <pc:sldLayoutChg chg="add del replId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1594883182" sldId="2147483688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35A74-1FA6-7377-4BBB-B65FCDBB63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B73098C-681C-48ED-C740-DE4748630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4A7D739-EDDF-F81D-1EBB-4AED49A0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1536BAC-E1F2-374D-26C0-D0542EEA8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FB37245-8304-931A-C8AB-FDFE6B73A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6824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F07B2B-F4EC-C09F-470E-F79990417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D6FAFF4-616D-C0EC-F7BF-037B61621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DB8CF6A-F415-94E6-350F-256E1A8BD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F83A628-4AB8-C77A-2A96-1CCDF3A88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7BFF8E4-6F5B-6824-1FAB-0C9CFA7D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48710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BCDBDE-8FF7-C7C1-46E2-E896D156A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6016F44-324F-E737-B94B-3B63983F26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DC8648D-1CE0-9FF2-52A9-C34D4212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BD88390-12F2-0811-8D7E-FA7C4D1BC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D4FEC07-6034-8566-D969-CC1BA445E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36593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8C634F-4345-F520-18C7-2F82CE45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FACEA6B-E2B7-1491-3205-CD47551297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2D2634F-3ACA-A9A4-EEAB-B87245AB1A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A845341-DC80-9829-3F78-127E3B364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818B1EE6-CB99-0709-ED13-1C6BB1D10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1D930E1-7185-F9C4-1B3C-AB1C1237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8246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3BCC67-D668-3EFE-1955-B2F3E41B3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CEC6C11-F0BB-96A0-52CA-BCD71C97E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5E67304-7F4F-C27F-EC6A-48189984AC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5BD1C07D-ACB3-7A66-99FB-E27A138890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DC2A6D8D-7837-EEFD-E25C-25396A0618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3513B54D-DBAE-84DC-8A7A-77580551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B89C222C-AABA-8E69-D04C-87A1656B5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5E073A11-1C1D-08C0-8EE9-E8B5C4AAB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66057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4A8732-DDD8-29EB-33D1-0651CD696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2336D02B-27BC-41F3-1B43-FBD1AB26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34BDD2F8-6A8D-520D-F1AE-FCF053B25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E392F1CA-95DF-4B11-97B4-9A60B069E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32996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29C78170-896F-1F1A-4C56-07A2D156A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691BFFD1-B41F-12E3-C65D-D349294AB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F860EC9E-F842-AA95-E62D-47AA8577D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66116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DF03F6-855E-2F57-E6A9-D28C8D43B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E4DCB09-28AB-CCDE-575D-557596C7B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2354ECF8-5D41-64F0-A923-B9CF2B824C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AD7D6CDE-BC89-2A9C-A5FC-4F702236A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7EF8E43-3932-355B-008F-57AB10385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89FD562F-711C-A515-1D7B-AFDCC6221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66999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F75A2E-E7FD-4116-AA25-3F67487DD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B43BBAD4-4C03-049F-DA9F-3E6F0DCBA4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503EE287-79A5-650B-BFEE-0E41E45FAB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E0A88BC6-685F-3ED8-380B-4BB57B29D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5BF7D1D-DC61-65F9-29BE-DF0A239E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1BA090C-EF20-6883-985C-603E42207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66274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E76194-CA9B-5D98-CBD6-FD0F48935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5363C5DC-EDC1-D665-11CE-BF199B6BB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5C7B060-F0C8-B14F-0D4C-F571FEB4D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B05A6F8-B7F2-D08B-DC02-9EA99CAB7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B68C097-9434-5A8D-9D61-324BDC307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3796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8412112-B405-820A-2385-A72388B76C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DDC378BF-43C8-F6EF-C4F5-A17533FE4F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74E41DC-C19A-76F2-215A-C5F873866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021CC85-4C92-ED58-B98D-C3CBCA9A6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A5B1F85-F587-C097-A29F-B0831165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433760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3D174D76-E0A6-1B62-225B-62D42A333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BA2ADC7B-0E8A-CC38-30C1-4BC73E64A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B147179-AAB0-1091-92F1-767F7132CB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2B7C036-F9E4-13C9-1A14-40DAC27D39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64D3A57-CE33-25E1-4277-3CB73FDD11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30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ECC06D-CF47-DEAA-143E-F7562C4F7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1915" y="2071467"/>
            <a:ext cx="10686198" cy="1897137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pt-PT" sz="4200" dirty="0"/>
              <a:t>Eficácia da Intervenção Digital </a:t>
            </a:r>
            <a:r>
              <a:rPr lang="pt-PT" sz="4200" dirty="0" err="1"/>
              <a:t>MindMove</a:t>
            </a:r>
            <a:r>
              <a:rPr lang="pt-PT" sz="4200" dirty="0"/>
              <a:t> na Saúde Mental de Universitários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6453E-3446-8960-C5F4-299D51176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1915" y="3493467"/>
            <a:ext cx="10686198" cy="950275"/>
          </a:xfrm>
        </p:spPr>
        <p:txBody>
          <a:bodyPr anchor="t">
            <a:normAutofit/>
          </a:bodyPr>
          <a:lstStyle/>
          <a:p>
            <a:r>
              <a:rPr lang="pt-PT" dirty="0" err="1"/>
              <a:t>MindMove</a:t>
            </a:r>
            <a:r>
              <a:rPr lang="pt-PT" dirty="0"/>
              <a:t>: Ensaio Clínico em Saúde Mental Digital</a:t>
            </a:r>
          </a:p>
        </p:txBody>
      </p:sp>
      <p:pic>
        <p:nvPicPr>
          <p:cNvPr id="1028" name="Picture 4" descr="Faculty of Medicine - University of Porto">
            <a:extLst>
              <a:ext uri="{FF2B5EF4-FFF2-40B4-BE49-F238E27FC236}">
                <a16:creationId xmlns:a16="http://schemas.microsoft.com/office/drawing/2014/main" id="{639F4097-F9F9-7805-5185-50A8AE3A8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3746" y="468459"/>
            <a:ext cx="2673254" cy="1069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B83327B-5780-CA19-0F3B-A91E31244EFE}"/>
              </a:ext>
            </a:extLst>
          </p:cNvPr>
          <p:cNvSpPr txBox="1"/>
          <p:nvPr/>
        </p:nvSpPr>
        <p:spPr>
          <a:xfrm>
            <a:off x="661915" y="5098408"/>
            <a:ext cx="60971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Autores:</a:t>
            </a:r>
            <a:br>
              <a:rPr lang="pt-PT" dirty="0"/>
            </a:br>
            <a:r>
              <a:rPr lang="pt-PT" dirty="0"/>
              <a:t>Ana Moreira</a:t>
            </a:r>
            <a:br>
              <a:rPr lang="pt-PT" dirty="0"/>
            </a:br>
            <a:r>
              <a:rPr lang="pt-PT" dirty="0"/>
              <a:t>Flávio Vieira</a:t>
            </a:r>
            <a:br>
              <a:rPr lang="pt-PT" dirty="0"/>
            </a:br>
            <a:r>
              <a:rPr lang="pt-PT" dirty="0"/>
              <a:t>Gabriela Carneiro</a:t>
            </a:r>
            <a:br>
              <a:rPr lang="pt-PT" dirty="0"/>
            </a:br>
            <a:r>
              <a:rPr lang="pt-PT" dirty="0"/>
              <a:t>Maria Leonor </a:t>
            </a:r>
            <a:r>
              <a:rPr lang="pt-PT" dirty="0" err="1"/>
              <a:t>Fernades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4472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</TotalTime>
  <Words>33</Words>
  <Application>Microsoft Office PowerPoint</Application>
  <PresentationFormat>Ecrã Panorâmico</PresentationFormat>
  <Paragraphs>3</Paragraphs>
  <Slides>1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Eficácia da Intervenção Digital MindMove na Saúde Mental de Universitários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Gabriela Carneiro</dc:creator>
  <cp:lastModifiedBy>Gabriela Carneiro</cp:lastModifiedBy>
  <cp:revision>1</cp:revision>
  <dcterms:created xsi:type="dcterms:W3CDTF">2026-04-28T17:40:46Z</dcterms:created>
  <dcterms:modified xsi:type="dcterms:W3CDTF">2026-04-28T19:29:17Z</dcterms:modified>
</cp:coreProperties>
</file>