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293244-A155-4740-A274-1AB9773F4798}" v="28" dt="2026-04-28T19:29:07.3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83" d="100"/>
          <a:sy n="83" d="100"/>
        </p:scale>
        <p:origin x="39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a Carneiro" userId="038eca41cd8564ab" providerId="LiveId" clId="{D03F746D-BE5D-4789-93E6-42C6E52F57A2}"/>
    <pc:docChg chg="undo custSel addSld modSld addMainMaster delMainMaster">
      <pc:chgData name="Gabriela Carneiro" userId="038eca41cd8564ab" providerId="LiveId" clId="{D03F746D-BE5D-4789-93E6-42C6E52F57A2}" dt="2026-04-28T20:37:07.666" v="443" actId="20577"/>
      <pc:docMkLst>
        <pc:docMk/>
      </pc:docMkLst>
      <pc:sldChg chg="addSp delSp modSp mod setBg modClrScheme addAnim delAnim delDesignElem chgLayout">
        <pc:chgData name="Gabriela Carneiro" userId="038eca41cd8564ab" providerId="LiveId" clId="{D03F746D-BE5D-4789-93E6-42C6E52F57A2}" dt="2026-04-28T20:13:32.243" v="237" actId="962"/>
        <pc:sldMkLst>
          <pc:docMk/>
          <pc:sldMk cId="334472207" sldId="256"/>
        </pc:sldMkLst>
        <pc:spChg chg="mod">
          <ac:chgData name="Gabriela Carneiro" userId="038eca41cd8564ab" providerId="LiveId" clId="{D03F746D-BE5D-4789-93E6-42C6E52F57A2}" dt="2026-04-28T19:28:59.700" v="233" actId="1076"/>
          <ac:spMkLst>
            <pc:docMk/>
            <pc:sldMk cId="334472207" sldId="256"/>
            <ac:spMk id="2" creationId="{75ECC06D-CF47-DEAA-143E-F7562C4F7A12}"/>
          </ac:spMkLst>
        </pc:spChg>
        <pc:spChg chg="mod">
          <ac:chgData name="Gabriela Carneiro" userId="038eca41cd8564ab" providerId="LiveId" clId="{D03F746D-BE5D-4789-93E6-42C6E52F57A2}" dt="2026-04-28T19:28:56.790" v="232" actId="1076"/>
          <ac:spMkLst>
            <pc:docMk/>
            <pc:sldMk cId="334472207" sldId="256"/>
            <ac:spMk id="3" creationId="{A8F6453E-3446-8960-C5F4-299D511766F6}"/>
          </ac:spMkLst>
        </pc:spChg>
        <pc:spChg chg="add del">
          <ac:chgData name="Gabriela Carneiro" userId="038eca41cd8564ab" providerId="LiveId" clId="{D03F746D-BE5D-4789-93E6-42C6E52F57A2}" dt="2026-04-28T19:13:52.677" v="42" actId="22"/>
          <ac:spMkLst>
            <pc:docMk/>
            <pc:sldMk cId="334472207" sldId="256"/>
            <ac:spMk id="5" creationId="{58DAEC2A-5BF5-7BED-4E44-45EBC9E4B3D0}"/>
          </ac:spMkLst>
        </pc:spChg>
        <pc:spChg chg="add del">
          <ac:chgData name="Gabriela Carneiro" userId="038eca41cd8564ab" providerId="LiveId" clId="{D03F746D-BE5D-4789-93E6-42C6E52F57A2}" dt="2026-04-28T19:23:38.771" v="70" actId="22"/>
          <ac:spMkLst>
            <pc:docMk/>
            <pc:sldMk cId="334472207" sldId="256"/>
            <ac:spMk id="8" creationId="{3C806525-1F3B-D3C1-D491-4319E90E9558}"/>
          </ac:spMkLst>
        </pc:spChg>
        <pc:spChg chg="add mod">
          <ac:chgData name="Gabriela Carneiro" userId="038eca41cd8564ab" providerId="LiveId" clId="{D03F746D-BE5D-4789-93E6-42C6E52F57A2}" dt="2026-04-28T19:24:32.657" v="226" actId="20577"/>
          <ac:spMkLst>
            <pc:docMk/>
            <pc:sldMk cId="334472207" sldId="256"/>
            <ac:spMk id="10" creationId="{0B83327B-5780-CA19-0F3B-A91E31244EFE}"/>
          </ac:spMkLst>
        </pc:spChg>
        <pc:spChg chg="add del">
          <ac:chgData name="Gabriela Carneiro" userId="038eca41cd8564ab" providerId="LiveId" clId="{D03F746D-BE5D-4789-93E6-42C6E52F57A2}" dt="2026-04-28T18:54:33.043" v="7" actId="26606"/>
          <ac:spMkLst>
            <pc:docMk/>
            <pc:sldMk cId="334472207" sldId="256"/>
            <ac:spMk id="1031" creationId="{19F9BF86-FE94-4517-B97D-026C7515E589}"/>
          </ac:spMkLst>
        </pc:spChg>
        <pc:spChg chg="add del">
          <ac:chgData name="Gabriela Carneiro" userId="038eca41cd8564ab" providerId="LiveId" clId="{D03F746D-BE5D-4789-93E6-42C6E52F57A2}" dt="2026-04-28T18:54:34.593" v="9" actId="26606"/>
          <ac:spMkLst>
            <pc:docMk/>
            <pc:sldMk cId="334472207" sldId="256"/>
            <ac:spMk id="1035" creationId="{33E93247-6229-44AB-A550-739E971E690B}"/>
          </ac:spMkLst>
        </pc:spChg>
        <pc:spChg chg="add del">
          <ac:chgData name="Gabriela Carneiro" userId="038eca41cd8564ab" providerId="LiveId" clId="{D03F746D-BE5D-4789-93E6-42C6E52F57A2}" dt="2026-04-28T19:14:02.978" v="43" actId="26606"/>
          <ac:spMkLst>
            <pc:docMk/>
            <pc:sldMk cId="334472207" sldId="256"/>
            <ac:spMk id="1038" creationId="{19F9BF86-FE94-4517-B97D-026C7515E589}"/>
          </ac:spMkLst>
        </pc:spChg>
        <pc:spChg chg="add del">
          <ac:chgData name="Gabriela Carneiro" userId="038eca41cd8564ab" providerId="LiveId" clId="{D03F746D-BE5D-4789-93E6-42C6E52F57A2}" dt="2026-04-28T19:28:39.910" v="229"/>
          <ac:spMkLst>
            <pc:docMk/>
            <pc:sldMk cId="334472207" sldId="256"/>
            <ac:spMk id="1044" creationId="{19F9BF86-FE94-4517-B97D-026C7515E589}"/>
          </ac:spMkLst>
        </pc:spChg>
        <pc:picChg chg="add del mod">
          <ac:chgData name="Gabriela Carneiro" userId="038eca41cd8564ab" providerId="LiveId" clId="{D03F746D-BE5D-4789-93E6-42C6E52F57A2}" dt="2026-04-28T19:23:28.086" v="67" actId="478"/>
          <ac:picMkLst>
            <pc:docMk/>
            <pc:sldMk cId="334472207" sldId="256"/>
            <ac:picMk id="6" creationId="{E9EA455F-004B-8977-4D38-DFA54E3384C7}"/>
          </ac:picMkLst>
        </pc:picChg>
        <pc:picChg chg="add mod">
          <ac:chgData name="Gabriela Carneiro" userId="038eca41cd8564ab" providerId="LiveId" clId="{D03F746D-BE5D-4789-93E6-42C6E52F57A2}" dt="2026-04-28T20:13:32.243" v="237" actId="962"/>
          <ac:picMkLst>
            <pc:docMk/>
            <pc:sldMk cId="334472207" sldId="256"/>
            <ac:picMk id="12" creationId="{B1543DE4-892E-743A-3243-1BDD81B45FCB}"/>
          </ac:picMkLst>
        </pc:picChg>
        <pc:picChg chg="add del mod">
          <ac:chgData name="Gabriela Carneiro" userId="038eca41cd8564ab" providerId="LiveId" clId="{D03F746D-BE5D-4789-93E6-42C6E52F57A2}" dt="2026-04-28T19:28:00.762" v="227" actId="478"/>
          <ac:picMkLst>
            <pc:docMk/>
            <pc:sldMk cId="334472207" sldId="256"/>
            <ac:picMk id="1026" creationId="{09A4D76B-D106-AD11-D556-99D64ED585DE}"/>
          </ac:picMkLst>
        </pc:picChg>
        <pc:picChg chg="add mod">
          <ac:chgData name="Gabriela Carneiro" userId="038eca41cd8564ab" providerId="LiveId" clId="{D03F746D-BE5D-4789-93E6-42C6E52F57A2}" dt="2026-04-28T19:29:07.359" v="234" actId="1076"/>
          <ac:picMkLst>
            <pc:docMk/>
            <pc:sldMk cId="334472207" sldId="256"/>
            <ac:picMk id="1028" creationId="{639F4097-F9F9-7805-5185-50A8AE3A89A3}"/>
          </ac:picMkLst>
        </pc:picChg>
        <pc:cxnChg chg="add del">
          <ac:chgData name="Gabriela Carneiro" userId="038eca41cd8564ab" providerId="LiveId" clId="{D03F746D-BE5D-4789-93E6-42C6E52F57A2}" dt="2026-04-28T18:54:33.043" v="7" actId="26606"/>
          <ac:cxnSpMkLst>
            <pc:docMk/>
            <pc:sldMk cId="334472207" sldId="256"/>
            <ac:cxnSpMk id="1033" creationId="{6CA391F1-4B2C-521B-F6A5-52C74B30349D}"/>
          </ac:cxnSpMkLst>
        </pc:cxnChg>
        <pc:cxnChg chg="add del">
          <ac:chgData name="Gabriela Carneiro" userId="038eca41cd8564ab" providerId="LiveId" clId="{D03F746D-BE5D-4789-93E6-42C6E52F57A2}" dt="2026-04-28T18:54:34.593" v="9" actId="26606"/>
          <ac:cxnSpMkLst>
            <pc:docMk/>
            <pc:sldMk cId="334472207" sldId="256"/>
            <ac:cxnSpMk id="1036" creationId="{EE2E603F-4A95-4FE8-BB06-211DFD75DBEF}"/>
          </ac:cxnSpMkLst>
        </pc:cxnChg>
        <pc:cxnChg chg="add del">
          <ac:chgData name="Gabriela Carneiro" userId="038eca41cd8564ab" providerId="LiveId" clId="{D03F746D-BE5D-4789-93E6-42C6E52F57A2}" dt="2026-04-28T19:14:02.978" v="43" actId="26606"/>
          <ac:cxnSpMkLst>
            <pc:docMk/>
            <pc:sldMk cId="334472207" sldId="256"/>
            <ac:cxnSpMk id="1039" creationId="{6CA391F1-4B2C-521B-F6A5-52C74B30349D}"/>
          </ac:cxnSpMkLst>
        </pc:cxnChg>
        <pc:cxnChg chg="add del">
          <ac:chgData name="Gabriela Carneiro" userId="038eca41cd8564ab" providerId="LiveId" clId="{D03F746D-BE5D-4789-93E6-42C6E52F57A2}" dt="2026-04-28T19:28:39.910" v="229"/>
          <ac:cxnSpMkLst>
            <pc:docMk/>
            <pc:sldMk cId="334472207" sldId="256"/>
            <ac:cxnSpMk id="1046" creationId="{59D7B6BE-A4E0-4483-BEC5-493AC3E5D2AD}"/>
          </ac:cxnSpMkLst>
        </pc:cxnChg>
      </pc:sldChg>
      <pc:sldChg chg="modSp new mod">
        <pc:chgData name="Gabriela Carneiro" userId="038eca41cd8564ab" providerId="LiveId" clId="{D03F746D-BE5D-4789-93E6-42C6E52F57A2}" dt="2026-04-28T20:17:43.937" v="281" actId="20577"/>
        <pc:sldMkLst>
          <pc:docMk/>
          <pc:sldMk cId="4265899404" sldId="257"/>
        </pc:sldMkLst>
        <pc:spChg chg="mod">
          <ac:chgData name="Gabriela Carneiro" userId="038eca41cd8564ab" providerId="LiveId" clId="{D03F746D-BE5D-4789-93E6-42C6E52F57A2}" dt="2026-04-28T20:17:43.937" v="281" actId="20577"/>
          <ac:spMkLst>
            <pc:docMk/>
            <pc:sldMk cId="4265899404" sldId="257"/>
            <ac:spMk id="2" creationId="{3175DD11-AAE8-AF69-175F-BA393B81FEEA}"/>
          </ac:spMkLst>
        </pc:spChg>
        <pc:spChg chg="mod">
          <ac:chgData name="Gabriela Carneiro" userId="038eca41cd8564ab" providerId="LiveId" clId="{D03F746D-BE5D-4789-93E6-42C6E52F57A2}" dt="2026-04-28T20:14:01.851" v="273" actId="20577"/>
          <ac:spMkLst>
            <pc:docMk/>
            <pc:sldMk cId="4265899404" sldId="257"/>
            <ac:spMk id="3" creationId="{AF18BF26-25E5-07D1-5825-0816A9924346}"/>
          </ac:spMkLst>
        </pc:spChg>
      </pc:sldChg>
      <pc:sldChg chg="modSp add mod">
        <pc:chgData name="Gabriela Carneiro" userId="038eca41cd8564ab" providerId="LiveId" clId="{D03F746D-BE5D-4789-93E6-42C6E52F57A2}" dt="2026-04-28T20:18:04.224" v="299" actId="20577"/>
        <pc:sldMkLst>
          <pc:docMk/>
          <pc:sldMk cId="3171773370" sldId="258"/>
        </pc:sldMkLst>
        <pc:spChg chg="mod">
          <ac:chgData name="Gabriela Carneiro" userId="038eca41cd8564ab" providerId="LiveId" clId="{D03F746D-BE5D-4789-93E6-42C6E52F57A2}" dt="2026-04-28T20:18:04.224" v="299" actId="20577"/>
          <ac:spMkLst>
            <pc:docMk/>
            <pc:sldMk cId="3171773370" sldId="258"/>
            <ac:spMk id="2" creationId="{DEE1E2DE-4AD9-AD89-5DC8-3A2F0D0360E3}"/>
          </ac:spMkLst>
        </pc:spChg>
      </pc:sldChg>
      <pc:sldChg chg="modSp new mod">
        <pc:chgData name="Gabriela Carneiro" userId="038eca41cd8564ab" providerId="LiveId" clId="{D03F746D-BE5D-4789-93E6-42C6E52F57A2}" dt="2026-04-28T20:18:17.261" v="317" actId="20577"/>
        <pc:sldMkLst>
          <pc:docMk/>
          <pc:sldMk cId="1439218118" sldId="259"/>
        </pc:sldMkLst>
        <pc:spChg chg="mod">
          <ac:chgData name="Gabriela Carneiro" userId="038eca41cd8564ab" providerId="LiveId" clId="{D03F746D-BE5D-4789-93E6-42C6E52F57A2}" dt="2026-04-28T20:18:17.261" v="317" actId="20577"/>
          <ac:spMkLst>
            <pc:docMk/>
            <pc:sldMk cId="1439218118" sldId="259"/>
            <ac:spMk id="2" creationId="{1D87031A-95F2-7260-23DB-612231579116}"/>
          </ac:spMkLst>
        </pc:spChg>
      </pc:sldChg>
      <pc:sldChg chg="modSp new mod">
        <pc:chgData name="Gabriela Carneiro" userId="038eca41cd8564ab" providerId="LiveId" clId="{D03F746D-BE5D-4789-93E6-42C6E52F57A2}" dt="2026-04-28T20:18:27.735" v="329" actId="20577"/>
        <pc:sldMkLst>
          <pc:docMk/>
          <pc:sldMk cId="4267865674" sldId="260"/>
        </pc:sldMkLst>
        <pc:spChg chg="mod">
          <ac:chgData name="Gabriela Carneiro" userId="038eca41cd8564ab" providerId="LiveId" clId="{D03F746D-BE5D-4789-93E6-42C6E52F57A2}" dt="2026-04-28T20:18:27.735" v="329" actId="20577"/>
          <ac:spMkLst>
            <pc:docMk/>
            <pc:sldMk cId="4267865674" sldId="260"/>
            <ac:spMk id="2" creationId="{37573BB9-D4B1-2203-CD10-6B57645B337F}"/>
          </ac:spMkLst>
        </pc:spChg>
      </pc:sldChg>
      <pc:sldChg chg="modSp new mod">
        <pc:chgData name="Gabriela Carneiro" userId="038eca41cd8564ab" providerId="LiveId" clId="{D03F746D-BE5D-4789-93E6-42C6E52F57A2}" dt="2026-04-28T20:35:46.549" v="353" actId="20577"/>
        <pc:sldMkLst>
          <pc:docMk/>
          <pc:sldMk cId="2298641520" sldId="261"/>
        </pc:sldMkLst>
        <pc:spChg chg="mod">
          <ac:chgData name="Gabriela Carneiro" userId="038eca41cd8564ab" providerId="LiveId" clId="{D03F746D-BE5D-4789-93E6-42C6E52F57A2}" dt="2026-04-28T20:35:46.549" v="353" actId="20577"/>
          <ac:spMkLst>
            <pc:docMk/>
            <pc:sldMk cId="2298641520" sldId="261"/>
            <ac:spMk id="2" creationId="{77D74BBF-F8B0-14AD-237E-DA7B7927390B}"/>
          </ac:spMkLst>
        </pc:spChg>
      </pc:sldChg>
      <pc:sldChg chg="modSp add mod">
        <pc:chgData name="Gabriela Carneiro" userId="038eca41cd8564ab" providerId="LiveId" clId="{D03F746D-BE5D-4789-93E6-42C6E52F57A2}" dt="2026-04-28T20:36:10.624" v="367" actId="20577"/>
        <pc:sldMkLst>
          <pc:docMk/>
          <pc:sldMk cId="3797817761" sldId="262"/>
        </pc:sldMkLst>
        <pc:spChg chg="mod">
          <ac:chgData name="Gabriela Carneiro" userId="038eca41cd8564ab" providerId="LiveId" clId="{D03F746D-BE5D-4789-93E6-42C6E52F57A2}" dt="2026-04-28T20:36:10.624" v="367" actId="20577"/>
          <ac:spMkLst>
            <pc:docMk/>
            <pc:sldMk cId="3797817761" sldId="262"/>
            <ac:spMk id="2" creationId="{91D8C058-7E42-3F3C-4504-069FFF661988}"/>
          </ac:spMkLst>
        </pc:spChg>
      </pc:sldChg>
      <pc:sldChg chg="modSp add mod">
        <pc:chgData name="Gabriela Carneiro" userId="038eca41cd8564ab" providerId="LiveId" clId="{D03F746D-BE5D-4789-93E6-42C6E52F57A2}" dt="2026-04-28T20:36:21.254" v="376" actId="20577"/>
        <pc:sldMkLst>
          <pc:docMk/>
          <pc:sldMk cId="3489097716" sldId="263"/>
        </pc:sldMkLst>
        <pc:spChg chg="mod">
          <ac:chgData name="Gabriela Carneiro" userId="038eca41cd8564ab" providerId="LiveId" clId="{D03F746D-BE5D-4789-93E6-42C6E52F57A2}" dt="2026-04-28T20:36:21.254" v="376" actId="20577"/>
          <ac:spMkLst>
            <pc:docMk/>
            <pc:sldMk cId="3489097716" sldId="263"/>
            <ac:spMk id="2" creationId="{4090D609-DBD7-B1A4-8A0F-867A1E911DA8}"/>
          </ac:spMkLst>
        </pc:spChg>
      </pc:sldChg>
      <pc:sldChg chg="modSp new mod">
        <pc:chgData name="Gabriela Carneiro" userId="038eca41cd8564ab" providerId="LiveId" clId="{D03F746D-BE5D-4789-93E6-42C6E52F57A2}" dt="2026-04-28T20:36:55.033" v="415" actId="20577"/>
        <pc:sldMkLst>
          <pc:docMk/>
          <pc:sldMk cId="1436765159" sldId="264"/>
        </pc:sldMkLst>
        <pc:spChg chg="mod">
          <ac:chgData name="Gabriela Carneiro" userId="038eca41cd8564ab" providerId="LiveId" clId="{D03F746D-BE5D-4789-93E6-42C6E52F57A2}" dt="2026-04-28T20:36:55.033" v="415" actId="20577"/>
          <ac:spMkLst>
            <pc:docMk/>
            <pc:sldMk cId="1436765159" sldId="264"/>
            <ac:spMk id="2" creationId="{B4743D12-D2E9-BED2-1731-E6C8BBC4ACBF}"/>
          </ac:spMkLst>
        </pc:spChg>
      </pc:sldChg>
      <pc:sldChg chg="modSp new mod">
        <pc:chgData name="Gabriela Carneiro" userId="038eca41cd8564ab" providerId="LiveId" clId="{D03F746D-BE5D-4789-93E6-42C6E52F57A2}" dt="2026-04-28T20:37:07.666" v="443" actId="20577"/>
        <pc:sldMkLst>
          <pc:docMk/>
          <pc:sldMk cId="2199764213" sldId="265"/>
        </pc:sldMkLst>
        <pc:spChg chg="mod">
          <ac:chgData name="Gabriela Carneiro" userId="038eca41cd8564ab" providerId="LiveId" clId="{D03F746D-BE5D-4789-93E6-42C6E52F57A2}" dt="2026-04-28T20:37:07.666" v="443" actId="20577"/>
          <ac:spMkLst>
            <pc:docMk/>
            <pc:sldMk cId="2199764213" sldId="265"/>
            <ac:spMk id="2" creationId="{EDEB4CE7-7D17-C27F-BCCA-AED2BD96B21D}"/>
          </ac:spMkLst>
        </pc:spChg>
      </pc:sldChg>
      <pc:sldMasterChg chg="add del addSldLayout delSldLayout">
        <pc:chgData name="Gabriela Carneiro" userId="038eca41cd8564ab" providerId="LiveId" clId="{D03F746D-BE5D-4789-93E6-42C6E52F57A2}" dt="2026-04-28T18:54:34.652" v="10" actId="26606"/>
        <pc:sldMasterMkLst>
          <pc:docMk/>
          <pc:sldMasterMk cId="4021644389" sldId="2147483660"/>
        </pc:sldMasterMkLst>
        <pc:sldLayoutChg chg="add del">
          <pc:chgData name="Gabriela Carneiro" userId="038eca41cd8564ab" providerId="LiveId" clId="{D03F746D-BE5D-4789-93E6-42C6E52F57A2}" dt="2026-04-28T18:54:34.652" v="10" actId="26606"/>
          <pc:sldLayoutMkLst>
            <pc:docMk/>
            <pc:sldMasterMk cId="4021644389" sldId="2147483660"/>
            <pc:sldLayoutMk cId="548514467" sldId="2147483661"/>
          </pc:sldLayoutMkLst>
        </pc:sldLayoutChg>
        <pc:sldLayoutChg chg="add del">
          <pc:chgData name="Gabriela Carneiro" userId="038eca41cd8564ab" providerId="LiveId" clId="{D03F746D-BE5D-4789-93E6-42C6E52F57A2}" dt="2026-04-28T18:54:34.652" v="10" actId="26606"/>
          <pc:sldLayoutMkLst>
            <pc:docMk/>
            <pc:sldMasterMk cId="4021644389" sldId="2147483660"/>
            <pc:sldLayoutMk cId="1313703108" sldId="2147483662"/>
          </pc:sldLayoutMkLst>
        </pc:sldLayoutChg>
        <pc:sldLayoutChg chg="add del">
          <pc:chgData name="Gabriela Carneiro" userId="038eca41cd8564ab" providerId="LiveId" clId="{D03F746D-BE5D-4789-93E6-42C6E52F57A2}" dt="2026-04-28T18:54:34.652" v="10" actId="26606"/>
          <pc:sldLayoutMkLst>
            <pc:docMk/>
            <pc:sldMasterMk cId="4021644389" sldId="2147483660"/>
            <pc:sldLayoutMk cId="2857819802" sldId="2147483663"/>
          </pc:sldLayoutMkLst>
        </pc:sldLayoutChg>
        <pc:sldLayoutChg chg="add del">
          <pc:chgData name="Gabriela Carneiro" userId="038eca41cd8564ab" providerId="LiveId" clId="{D03F746D-BE5D-4789-93E6-42C6E52F57A2}" dt="2026-04-28T18:54:34.652" v="10" actId="26606"/>
          <pc:sldLayoutMkLst>
            <pc:docMk/>
            <pc:sldMasterMk cId="4021644389" sldId="2147483660"/>
            <pc:sldLayoutMk cId="1311470768" sldId="2147483664"/>
          </pc:sldLayoutMkLst>
        </pc:sldLayoutChg>
        <pc:sldLayoutChg chg="add del">
          <pc:chgData name="Gabriela Carneiro" userId="038eca41cd8564ab" providerId="LiveId" clId="{D03F746D-BE5D-4789-93E6-42C6E52F57A2}" dt="2026-04-28T18:54:34.652" v="10" actId="26606"/>
          <pc:sldLayoutMkLst>
            <pc:docMk/>
            <pc:sldMasterMk cId="4021644389" sldId="2147483660"/>
            <pc:sldLayoutMk cId="2803742040" sldId="2147483665"/>
          </pc:sldLayoutMkLst>
        </pc:sldLayoutChg>
        <pc:sldLayoutChg chg="add del">
          <pc:chgData name="Gabriela Carneiro" userId="038eca41cd8564ab" providerId="LiveId" clId="{D03F746D-BE5D-4789-93E6-42C6E52F57A2}" dt="2026-04-28T18:54:34.652" v="10" actId="26606"/>
          <pc:sldLayoutMkLst>
            <pc:docMk/>
            <pc:sldMasterMk cId="4021644389" sldId="2147483660"/>
            <pc:sldLayoutMk cId="2547086471" sldId="2147483666"/>
          </pc:sldLayoutMkLst>
        </pc:sldLayoutChg>
        <pc:sldLayoutChg chg="add del">
          <pc:chgData name="Gabriela Carneiro" userId="038eca41cd8564ab" providerId="LiveId" clId="{D03F746D-BE5D-4789-93E6-42C6E52F57A2}" dt="2026-04-28T18:54:34.652" v="10" actId="26606"/>
          <pc:sldLayoutMkLst>
            <pc:docMk/>
            <pc:sldMasterMk cId="4021644389" sldId="2147483660"/>
            <pc:sldLayoutMk cId="4287985583" sldId="2147483667"/>
          </pc:sldLayoutMkLst>
        </pc:sldLayoutChg>
        <pc:sldLayoutChg chg="add del">
          <pc:chgData name="Gabriela Carneiro" userId="038eca41cd8564ab" providerId="LiveId" clId="{D03F746D-BE5D-4789-93E6-42C6E52F57A2}" dt="2026-04-28T18:54:34.652" v="10" actId="26606"/>
          <pc:sldLayoutMkLst>
            <pc:docMk/>
            <pc:sldMasterMk cId="4021644389" sldId="2147483660"/>
            <pc:sldLayoutMk cId="1680416906" sldId="2147483668"/>
          </pc:sldLayoutMkLst>
        </pc:sldLayoutChg>
        <pc:sldLayoutChg chg="add del">
          <pc:chgData name="Gabriela Carneiro" userId="038eca41cd8564ab" providerId="LiveId" clId="{D03F746D-BE5D-4789-93E6-42C6E52F57A2}" dt="2026-04-28T18:54:34.652" v="10" actId="26606"/>
          <pc:sldLayoutMkLst>
            <pc:docMk/>
            <pc:sldMasterMk cId="4021644389" sldId="2147483660"/>
            <pc:sldLayoutMk cId="3861050607" sldId="2147483669"/>
          </pc:sldLayoutMkLst>
        </pc:sldLayoutChg>
        <pc:sldLayoutChg chg="add del">
          <pc:chgData name="Gabriela Carneiro" userId="038eca41cd8564ab" providerId="LiveId" clId="{D03F746D-BE5D-4789-93E6-42C6E52F57A2}" dt="2026-04-28T18:54:34.652" v="10" actId="26606"/>
          <pc:sldLayoutMkLst>
            <pc:docMk/>
            <pc:sldMasterMk cId="4021644389" sldId="2147483660"/>
            <pc:sldLayoutMk cId="1054779706" sldId="2147483670"/>
          </pc:sldLayoutMkLst>
        </pc:sldLayoutChg>
        <pc:sldLayoutChg chg="add del">
          <pc:chgData name="Gabriela Carneiro" userId="038eca41cd8564ab" providerId="LiveId" clId="{D03F746D-BE5D-4789-93E6-42C6E52F57A2}" dt="2026-04-28T18:54:34.652" v="10" actId="26606"/>
          <pc:sldLayoutMkLst>
            <pc:docMk/>
            <pc:sldMasterMk cId="4021644389" sldId="2147483660"/>
            <pc:sldLayoutMk cId="3597112691" sldId="2147483671"/>
          </pc:sldLayoutMkLst>
        </pc:sldLayoutChg>
        <pc:sldLayoutChg chg="add del">
          <pc:chgData name="Gabriela Carneiro" userId="038eca41cd8564ab" providerId="LiveId" clId="{D03F746D-BE5D-4789-93E6-42C6E52F57A2}" dt="2026-04-28T18:54:34.652" v="10" actId="26606"/>
          <pc:sldLayoutMkLst>
            <pc:docMk/>
            <pc:sldMasterMk cId="4021644389" sldId="2147483660"/>
            <pc:sldLayoutMk cId="698965006" sldId="2147483672"/>
          </pc:sldLayoutMkLst>
        </pc:sldLayoutChg>
        <pc:sldLayoutChg chg="add del">
          <pc:chgData name="Gabriela Carneiro" userId="038eca41cd8564ab" providerId="LiveId" clId="{D03F746D-BE5D-4789-93E6-42C6E52F57A2}" dt="2026-04-28T18:54:34.652" v="10" actId="26606"/>
          <pc:sldLayoutMkLst>
            <pc:docMk/>
            <pc:sldMasterMk cId="4021644389" sldId="2147483660"/>
            <pc:sldLayoutMk cId="1537016960" sldId="2147483673"/>
          </pc:sldLayoutMkLst>
        </pc:sldLayoutChg>
        <pc:sldLayoutChg chg="add del">
          <pc:chgData name="Gabriela Carneiro" userId="038eca41cd8564ab" providerId="LiveId" clId="{D03F746D-BE5D-4789-93E6-42C6E52F57A2}" dt="2026-04-28T18:54:34.652" v="10" actId="26606"/>
          <pc:sldLayoutMkLst>
            <pc:docMk/>
            <pc:sldMasterMk cId="4021644389" sldId="2147483660"/>
            <pc:sldLayoutMk cId="981951518" sldId="2147483674"/>
          </pc:sldLayoutMkLst>
        </pc:sldLayoutChg>
        <pc:sldLayoutChg chg="add del">
          <pc:chgData name="Gabriela Carneiro" userId="038eca41cd8564ab" providerId="LiveId" clId="{D03F746D-BE5D-4789-93E6-42C6E52F57A2}" dt="2026-04-28T18:54:34.652" v="10" actId="26606"/>
          <pc:sldLayoutMkLst>
            <pc:docMk/>
            <pc:sldMasterMk cId="4021644389" sldId="2147483660"/>
            <pc:sldLayoutMk cId="160206595" sldId="2147483675"/>
          </pc:sldLayoutMkLst>
        </pc:sldLayoutChg>
        <pc:sldLayoutChg chg="add del">
          <pc:chgData name="Gabriela Carneiro" userId="038eca41cd8564ab" providerId="LiveId" clId="{D03F746D-BE5D-4789-93E6-42C6E52F57A2}" dt="2026-04-28T18:54:34.652" v="10" actId="26606"/>
          <pc:sldLayoutMkLst>
            <pc:docMk/>
            <pc:sldMasterMk cId="4021644389" sldId="2147483660"/>
            <pc:sldLayoutMk cId="1620018748" sldId="2147483676"/>
          </pc:sldLayoutMkLst>
        </pc:sldLayoutChg>
      </pc:sldMasterChg>
      <pc:sldMasterChg chg="add del replId addSldLayout delSldLayout">
        <pc:chgData name="Gabriela Carneiro" userId="038eca41cd8564ab" providerId="LiveId" clId="{D03F746D-BE5D-4789-93E6-42C6E52F57A2}" dt="2026-04-28T18:54:33.043" v="7" actId="26606"/>
        <pc:sldMasterMkLst>
          <pc:docMk/>
          <pc:sldMasterMk cId="1706574332" sldId="2147483677"/>
        </pc:sldMasterMkLst>
        <pc:sldLayoutChg chg="add del replId">
          <pc:chgData name="Gabriela Carneiro" userId="038eca41cd8564ab" providerId="LiveId" clId="{D03F746D-BE5D-4789-93E6-42C6E52F57A2}" dt="2026-04-28T18:54:33.043" v="7" actId="26606"/>
          <pc:sldLayoutMkLst>
            <pc:docMk/>
            <pc:sldMasterMk cId="1706574332" sldId="2147483677"/>
            <pc:sldLayoutMk cId="4169075916" sldId="2147483678"/>
          </pc:sldLayoutMkLst>
        </pc:sldLayoutChg>
        <pc:sldLayoutChg chg="add del replId">
          <pc:chgData name="Gabriela Carneiro" userId="038eca41cd8564ab" providerId="LiveId" clId="{D03F746D-BE5D-4789-93E6-42C6E52F57A2}" dt="2026-04-28T18:54:33.043" v="7" actId="26606"/>
          <pc:sldLayoutMkLst>
            <pc:docMk/>
            <pc:sldMasterMk cId="1706574332" sldId="2147483677"/>
            <pc:sldLayoutMk cId="3971105433" sldId="2147483679"/>
          </pc:sldLayoutMkLst>
        </pc:sldLayoutChg>
        <pc:sldLayoutChg chg="add del replId">
          <pc:chgData name="Gabriela Carneiro" userId="038eca41cd8564ab" providerId="LiveId" clId="{D03F746D-BE5D-4789-93E6-42C6E52F57A2}" dt="2026-04-28T18:54:33.043" v="7" actId="26606"/>
          <pc:sldLayoutMkLst>
            <pc:docMk/>
            <pc:sldMasterMk cId="1706574332" sldId="2147483677"/>
            <pc:sldLayoutMk cId="2809624590" sldId="2147483680"/>
          </pc:sldLayoutMkLst>
        </pc:sldLayoutChg>
        <pc:sldLayoutChg chg="add del replId">
          <pc:chgData name="Gabriela Carneiro" userId="038eca41cd8564ab" providerId="LiveId" clId="{D03F746D-BE5D-4789-93E6-42C6E52F57A2}" dt="2026-04-28T18:54:33.043" v="7" actId="26606"/>
          <pc:sldLayoutMkLst>
            <pc:docMk/>
            <pc:sldMasterMk cId="1706574332" sldId="2147483677"/>
            <pc:sldLayoutMk cId="46483895" sldId="2147483681"/>
          </pc:sldLayoutMkLst>
        </pc:sldLayoutChg>
        <pc:sldLayoutChg chg="add del replId">
          <pc:chgData name="Gabriela Carneiro" userId="038eca41cd8564ab" providerId="LiveId" clId="{D03F746D-BE5D-4789-93E6-42C6E52F57A2}" dt="2026-04-28T18:54:33.043" v="7" actId="26606"/>
          <pc:sldLayoutMkLst>
            <pc:docMk/>
            <pc:sldMasterMk cId="1706574332" sldId="2147483677"/>
            <pc:sldLayoutMk cId="1032196476" sldId="2147483682"/>
          </pc:sldLayoutMkLst>
        </pc:sldLayoutChg>
        <pc:sldLayoutChg chg="add del replId">
          <pc:chgData name="Gabriela Carneiro" userId="038eca41cd8564ab" providerId="LiveId" clId="{D03F746D-BE5D-4789-93E6-42C6E52F57A2}" dt="2026-04-28T18:54:33.043" v="7" actId="26606"/>
          <pc:sldLayoutMkLst>
            <pc:docMk/>
            <pc:sldMasterMk cId="1706574332" sldId="2147483677"/>
            <pc:sldLayoutMk cId="1147285346" sldId="2147483683"/>
          </pc:sldLayoutMkLst>
        </pc:sldLayoutChg>
        <pc:sldLayoutChg chg="add del replId">
          <pc:chgData name="Gabriela Carneiro" userId="038eca41cd8564ab" providerId="LiveId" clId="{D03F746D-BE5D-4789-93E6-42C6E52F57A2}" dt="2026-04-28T18:54:33.043" v="7" actId="26606"/>
          <pc:sldLayoutMkLst>
            <pc:docMk/>
            <pc:sldMasterMk cId="1706574332" sldId="2147483677"/>
            <pc:sldLayoutMk cId="356839949" sldId="2147483684"/>
          </pc:sldLayoutMkLst>
        </pc:sldLayoutChg>
        <pc:sldLayoutChg chg="add del replId">
          <pc:chgData name="Gabriela Carneiro" userId="038eca41cd8564ab" providerId="LiveId" clId="{D03F746D-BE5D-4789-93E6-42C6E52F57A2}" dt="2026-04-28T18:54:33.043" v="7" actId="26606"/>
          <pc:sldLayoutMkLst>
            <pc:docMk/>
            <pc:sldMasterMk cId="1706574332" sldId="2147483677"/>
            <pc:sldLayoutMk cId="2141797413" sldId="2147483685"/>
          </pc:sldLayoutMkLst>
        </pc:sldLayoutChg>
        <pc:sldLayoutChg chg="add del replId">
          <pc:chgData name="Gabriela Carneiro" userId="038eca41cd8564ab" providerId="LiveId" clId="{D03F746D-BE5D-4789-93E6-42C6E52F57A2}" dt="2026-04-28T18:54:33.043" v="7" actId="26606"/>
          <pc:sldLayoutMkLst>
            <pc:docMk/>
            <pc:sldMasterMk cId="1706574332" sldId="2147483677"/>
            <pc:sldLayoutMk cId="3203792654" sldId="2147483686"/>
          </pc:sldLayoutMkLst>
        </pc:sldLayoutChg>
        <pc:sldLayoutChg chg="add del replId">
          <pc:chgData name="Gabriela Carneiro" userId="038eca41cd8564ab" providerId="LiveId" clId="{D03F746D-BE5D-4789-93E6-42C6E52F57A2}" dt="2026-04-28T18:54:33.043" v="7" actId="26606"/>
          <pc:sldLayoutMkLst>
            <pc:docMk/>
            <pc:sldMasterMk cId="1706574332" sldId="2147483677"/>
            <pc:sldLayoutMk cId="4255237317" sldId="2147483687"/>
          </pc:sldLayoutMkLst>
        </pc:sldLayoutChg>
        <pc:sldLayoutChg chg="add del replId">
          <pc:chgData name="Gabriela Carneiro" userId="038eca41cd8564ab" providerId="LiveId" clId="{D03F746D-BE5D-4789-93E6-42C6E52F57A2}" dt="2026-04-28T18:54:33.043" v="7" actId="26606"/>
          <pc:sldLayoutMkLst>
            <pc:docMk/>
            <pc:sldMasterMk cId="1706574332" sldId="2147483677"/>
            <pc:sldLayoutMk cId="1776009374" sldId="2147483688"/>
          </pc:sldLayoutMkLst>
        </pc:sldLayoutChg>
      </pc:sldMasterChg>
      <pc:sldMasterChg chg="add replId addSldLayout">
        <pc:chgData name="Gabriela Carneiro" userId="038eca41cd8564ab" providerId="LiveId" clId="{D03F746D-BE5D-4789-93E6-42C6E52F57A2}" dt="2026-04-28T18:54:34.652" v="10" actId="26606"/>
        <pc:sldMasterMkLst>
          <pc:docMk/>
          <pc:sldMasterMk cId="1706574332" sldId="2147483677"/>
        </pc:sldMasterMkLst>
        <pc:sldLayoutChg chg="add replId">
          <pc:chgData name="Gabriela Carneiro" userId="038eca41cd8564ab" providerId="LiveId" clId="{D03F746D-BE5D-4789-93E6-42C6E52F57A2}" dt="2026-04-28T18:54:34.652" v="10" actId="26606"/>
          <pc:sldLayoutMkLst>
            <pc:docMk/>
            <pc:sldMasterMk cId="1706574332" sldId="2147483677"/>
            <pc:sldLayoutMk cId="4169075916" sldId="2147483678"/>
          </pc:sldLayoutMkLst>
        </pc:sldLayoutChg>
        <pc:sldLayoutChg chg="add replId">
          <pc:chgData name="Gabriela Carneiro" userId="038eca41cd8564ab" providerId="LiveId" clId="{D03F746D-BE5D-4789-93E6-42C6E52F57A2}" dt="2026-04-28T18:54:34.652" v="10" actId="26606"/>
          <pc:sldLayoutMkLst>
            <pc:docMk/>
            <pc:sldMasterMk cId="1706574332" sldId="2147483677"/>
            <pc:sldLayoutMk cId="3971105433" sldId="2147483679"/>
          </pc:sldLayoutMkLst>
        </pc:sldLayoutChg>
        <pc:sldLayoutChg chg="add replId">
          <pc:chgData name="Gabriela Carneiro" userId="038eca41cd8564ab" providerId="LiveId" clId="{D03F746D-BE5D-4789-93E6-42C6E52F57A2}" dt="2026-04-28T18:54:34.652" v="10" actId="26606"/>
          <pc:sldLayoutMkLst>
            <pc:docMk/>
            <pc:sldMasterMk cId="1706574332" sldId="2147483677"/>
            <pc:sldLayoutMk cId="2809624590" sldId="2147483680"/>
          </pc:sldLayoutMkLst>
        </pc:sldLayoutChg>
        <pc:sldLayoutChg chg="add replId">
          <pc:chgData name="Gabriela Carneiro" userId="038eca41cd8564ab" providerId="LiveId" clId="{D03F746D-BE5D-4789-93E6-42C6E52F57A2}" dt="2026-04-28T18:54:34.652" v="10" actId="26606"/>
          <pc:sldLayoutMkLst>
            <pc:docMk/>
            <pc:sldMasterMk cId="1706574332" sldId="2147483677"/>
            <pc:sldLayoutMk cId="46483895" sldId="2147483681"/>
          </pc:sldLayoutMkLst>
        </pc:sldLayoutChg>
        <pc:sldLayoutChg chg="add replId">
          <pc:chgData name="Gabriela Carneiro" userId="038eca41cd8564ab" providerId="LiveId" clId="{D03F746D-BE5D-4789-93E6-42C6E52F57A2}" dt="2026-04-28T18:54:34.652" v="10" actId="26606"/>
          <pc:sldLayoutMkLst>
            <pc:docMk/>
            <pc:sldMasterMk cId="1706574332" sldId="2147483677"/>
            <pc:sldLayoutMk cId="1032196476" sldId="2147483682"/>
          </pc:sldLayoutMkLst>
        </pc:sldLayoutChg>
        <pc:sldLayoutChg chg="add replId">
          <pc:chgData name="Gabriela Carneiro" userId="038eca41cd8564ab" providerId="LiveId" clId="{D03F746D-BE5D-4789-93E6-42C6E52F57A2}" dt="2026-04-28T18:54:34.652" v="10" actId="26606"/>
          <pc:sldLayoutMkLst>
            <pc:docMk/>
            <pc:sldMasterMk cId="1706574332" sldId="2147483677"/>
            <pc:sldLayoutMk cId="1147285346" sldId="2147483683"/>
          </pc:sldLayoutMkLst>
        </pc:sldLayoutChg>
        <pc:sldLayoutChg chg="add replId">
          <pc:chgData name="Gabriela Carneiro" userId="038eca41cd8564ab" providerId="LiveId" clId="{D03F746D-BE5D-4789-93E6-42C6E52F57A2}" dt="2026-04-28T18:54:34.652" v="10" actId="26606"/>
          <pc:sldLayoutMkLst>
            <pc:docMk/>
            <pc:sldMasterMk cId="1706574332" sldId="2147483677"/>
            <pc:sldLayoutMk cId="356839949" sldId="2147483684"/>
          </pc:sldLayoutMkLst>
        </pc:sldLayoutChg>
        <pc:sldLayoutChg chg="add replId">
          <pc:chgData name="Gabriela Carneiro" userId="038eca41cd8564ab" providerId="LiveId" clId="{D03F746D-BE5D-4789-93E6-42C6E52F57A2}" dt="2026-04-28T18:54:34.652" v="10" actId="26606"/>
          <pc:sldLayoutMkLst>
            <pc:docMk/>
            <pc:sldMasterMk cId="1706574332" sldId="2147483677"/>
            <pc:sldLayoutMk cId="2141797413" sldId="2147483685"/>
          </pc:sldLayoutMkLst>
        </pc:sldLayoutChg>
        <pc:sldLayoutChg chg="add replId">
          <pc:chgData name="Gabriela Carneiro" userId="038eca41cd8564ab" providerId="LiveId" clId="{D03F746D-BE5D-4789-93E6-42C6E52F57A2}" dt="2026-04-28T18:54:34.652" v="10" actId="26606"/>
          <pc:sldLayoutMkLst>
            <pc:docMk/>
            <pc:sldMasterMk cId="1706574332" sldId="2147483677"/>
            <pc:sldLayoutMk cId="3203792654" sldId="2147483686"/>
          </pc:sldLayoutMkLst>
        </pc:sldLayoutChg>
        <pc:sldLayoutChg chg="add replId">
          <pc:chgData name="Gabriela Carneiro" userId="038eca41cd8564ab" providerId="LiveId" clId="{D03F746D-BE5D-4789-93E6-42C6E52F57A2}" dt="2026-04-28T18:54:34.652" v="10" actId="26606"/>
          <pc:sldLayoutMkLst>
            <pc:docMk/>
            <pc:sldMasterMk cId="1706574332" sldId="2147483677"/>
            <pc:sldLayoutMk cId="4255237317" sldId="2147483687"/>
          </pc:sldLayoutMkLst>
        </pc:sldLayoutChg>
        <pc:sldLayoutChg chg="add replId">
          <pc:chgData name="Gabriela Carneiro" userId="038eca41cd8564ab" providerId="LiveId" clId="{D03F746D-BE5D-4789-93E6-42C6E52F57A2}" dt="2026-04-28T18:54:34.652" v="10" actId="26606"/>
          <pc:sldLayoutMkLst>
            <pc:docMk/>
            <pc:sldMasterMk cId="1706574332" sldId="2147483677"/>
            <pc:sldLayoutMk cId="1776009374" sldId="2147483688"/>
          </pc:sldLayoutMkLst>
        </pc:sldLayoutChg>
      </pc:sldMasterChg>
      <pc:sldMasterChg chg="add del addSldLayout delSldLayout">
        <pc:chgData name="Gabriela Carneiro" userId="038eca41cd8564ab" providerId="LiveId" clId="{D03F746D-BE5D-4789-93E6-42C6E52F57A2}" dt="2026-04-28T18:54:34.593" v="9" actId="26606"/>
        <pc:sldMasterMkLst>
          <pc:docMk/>
          <pc:sldMasterMk cId="2612624701" sldId="2147483685"/>
        </pc:sldMasterMkLst>
        <pc:sldLayoutChg chg="add del">
          <pc:chgData name="Gabriela Carneiro" userId="038eca41cd8564ab" providerId="LiveId" clId="{D03F746D-BE5D-4789-93E6-42C6E52F57A2}" dt="2026-04-28T18:54:34.593" v="9" actId="26606"/>
          <pc:sldLayoutMkLst>
            <pc:docMk/>
            <pc:sldMasterMk cId="2612624701" sldId="2147483685"/>
            <pc:sldLayoutMk cId="947022627" sldId="2147483677"/>
          </pc:sldLayoutMkLst>
        </pc:sldLayoutChg>
        <pc:sldLayoutChg chg="add del">
          <pc:chgData name="Gabriela Carneiro" userId="038eca41cd8564ab" providerId="LiveId" clId="{D03F746D-BE5D-4789-93E6-42C6E52F57A2}" dt="2026-04-28T18:54:34.593" v="9" actId="26606"/>
          <pc:sldLayoutMkLst>
            <pc:docMk/>
            <pc:sldMasterMk cId="2612624701" sldId="2147483685"/>
            <pc:sldLayoutMk cId="4227451452" sldId="2147483678"/>
          </pc:sldLayoutMkLst>
        </pc:sldLayoutChg>
        <pc:sldLayoutChg chg="add del">
          <pc:chgData name="Gabriela Carneiro" userId="038eca41cd8564ab" providerId="LiveId" clId="{D03F746D-BE5D-4789-93E6-42C6E52F57A2}" dt="2026-04-28T18:54:34.593" v="9" actId="26606"/>
          <pc:sldLayoutMkLst>
            <pc:docMk/>
            <pc:sldMasterMk cId="2612624701" sldId="2147483685"/>
            <pc:sldLayoutMk cId="4137083926" sldId="2147483679"/>
          </pc:sldLayoutMkLst>
        </pc:sldLayoutChg>
        <pc:sldLayoutChg chg="add del">
          <pc:chgData name="Gabriela Carneiro" userId="038eca41cd8564ab" providerId="LiveId" clId="{D03F746D-BE5D-4789-93E6-42C6E52F57A2}" dt="2026-04-28T18:54:34.593" v="9" actId="26606"/>
          <pc:sldLayoutMkLst>
            <pc:docMk/>
            <pc:sldMasterMk cId="2612624701" sldId="2147483685"/>
            <pc:sldLayoutMk cId="2429139238" sldId="2147483680"/>
          </pc:sldLayoutMkLst>
        </pc:sldLayoutChg>
        <pc:sldLayoutChg chg="add del">
          <pc:chgData name="Gabriela Carneiro" userId="038eca41cd8564ab" providerId="LiveId" clId="{D03F746D-BE5D-4789-93E6-42C6E52F57A2}" dt="2026-04-28T18:54:34.593" v="9" actId="26606"/>
          <pc:sldLayoutMkLst>
            <pc:docMk/>
            <pc:sldMasterMk cId="2612624701" sldId="2147483685"/>
            <pc:sldLayoutMk cId="2032380608" sldId="2147483681"/>
          </pc:sldLayoutMkLst>
        </pc:sldLayoutChg>
        <pc:sldLayoutChg chg="add del">
          <pc:chgData name="Gabriela Carneiro" userId="038eca41cd8564ab" providerId="LiveId" clId="{D03F746D-BE5D-4789-93E6-42C6E52F57A2}" dt="2026-04-28T18:54:34.593" v="9" actId="26606"/>
          <pc:sldLayoutMkLst>
            <pc:docMk/>
            <pc:sldMasterMk cId="2612624701" sldId="2147483685"/>
            <pc:sldLayoutMk cId="2027858850" sldId="2147483682"/>
          </pc:sldLayoutMkLst>
        </pc:sldLayoutChg>
        <pc:sldLayoutChg chg="add del">
          <pc:chgData name="Gabriela Carneiro" userId="038eca41cd8564ab" providerId="LiveId" clId="{D03F746D-BE5D-4789-93E6-42C6E52F57A2}" dt="2026-04-28T18:54:34.593" v="9" actId="26606"/>
          <pc:sldLayoutMkLst>
            <pc:docMk/>
            <pc:sldMasterMk cId="2612624701" sldId="2147483685"/>
            <pc:sldLayoutMk cId="858544717" sldId="2147483683"/>
          </pc:sldLayoutMkLst>
        </pc:sldLayoutChg>
        <pc:sldLayoutChg chg="add del">
          <pc:chgData name="Gabriela Carneiro" userId="038eca41cd8564ab" providerId="LiveId" clId="{D03F746D-BE5D-4789-93E6-42C6E52F57A2}" dt="2026-04-28T18:54:34.593" v="9" actId="26606"/>
          <pc:sldLayoutMkLst>
            <pc:docMk/>
            <pc:sldMasterMk cId="2612624701" sldId="2147483685"/>
            <pc:sldLayoutMk cId="1956618825" sldId="2147483684"/>
          </pc:sldLayoutMkLst>
        </pc:sldLayoutChg>
        <pc:sldLayoutChg chg="add del replId">
          <pc:chgData name="Gabriela Carneiro" userId="038eca41cd8564ab" providerId="LiveId" clId="{D03F746D-BE5D-4789-93E6-42C6E52F57A2}" dt="2026-04-28T18:54:34.593" v="9" actId="26606"/>
          <pc:sldLayoutMkLst>
            <pc:docMk/>
            <pc:sldMasterMk cId="2612624701" sldId="2147483685"/>
            <pc:sldLayoutMk cId="2213592134" sldId="2147483686"/>
          </pc:sldLayoutMkLst>
        </pc:sldLayoutChg>
        <pc:sldLayoutChg chg="add del replId">
          <pc:chgData name="Gabriela Carneiro" userId="038eca41cd8564ab" providerId="LiveId" clId="{D03F746D-BE5D-4789-93E6-42C6E52F57A2}" dt="2026-04-28T18:54:34.593" v="9" actId="26606"/>
          <pc:sldLayoutMkLst>
            <pc:docMk/>
            <pc:sldMasterMk cId="2612624701" sldId="2147483685"/>
            <pc:sldLayoutMk cId="959423476" sldId="2147483687"/>
          </pc:sldLayoutMkLst>
        </pc:sldLayoutChg>
        <pc:sldLayoutChg chg="add del replId">
          <pc:chgData name="Gabriela Carneiro" userId="038eca41cd8564ab" providerId="LiveId" clId="{D03F746D-BE5D-4789-93E6-42C6E52F57A2}" dt="2026-04-28T18:54:34.593" v="9" actId="26606"/>
          <pc:sldLayoutMkLst>
            <pc:docMk/>
            <pc:sldMasterMk cId="2612624701" sldId="2147483685"/>
            <pc:sldLayoutMk cId="1594883182" sldId="2147483688"/>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o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935A74-1FA6-7377-4BBB-B65FCDBB6370}"/>
              </a:ext>
            </a:extLst>
          </p:cNvPr>
          <p:cNvSpPr>
            <a:spLocks noGrp="1"/>
          </p:cNvSpPr>
          <p:nvPr>
            <p:ph type="ctrTitle"/>
          </p:nvPr>
        </p:nvSpPr>
        <p:spPr>
          <a:xfrm>
            <a:off x="1524000" y="1122363"/>
            <a:ext cx="9144000" cy="2387600"/>
          </a:xfrm>
        </p:spPr>
        <p:txBody>
          <a:bodyPr anchor="b"/>
          <a:lstStyle>
            <a:lvl1pPr algn="ctr">
              <a:defRPr sz="6000"/>
            </a:lvl1pPr>
          </a:lstStyle>
          <a:p>
            <a:r>
              <a:rPr lang="pt-PT"/>
              <a:t>Clique para editar o estilo de título do Modelo Global</a:t>
            </a:r>
          </a:p>
        </p:txBody>
      </p:sp>
      <p:sp>
        <p:nvSpPr>
          <p:cNvPr id="3" name="Subtítulo 2">
            <a:extLst>
              <a:ext uri="{FF2B5EF4-FFF2-40B4-BE49-F238E27FC236}">
                <a16:creationId xmlns:a16="http://schemas.microsoft.com/office/drawing/2014/main" id="{0B73098C-681C-48ED-C740-DE47486301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PT"/>
              <a:t>Clique para editar o estilo de subtítulo do Modelo Global</a:t>
            </a:r>
          </a:p>
        </p:txBody>
      </p:sp>
      <p:sp>
        <p:nvSpPr>
          <p:cNvPr id="4" name="Marcador de Posição da Data 3">
            <a:extLst>
              <a:ext uri="{FF2B5EF4-FFF2-40B4-BE49-F238E27FC236}">
                <a16:creationId xmlns:a16="http://schemas.microsoft.com/office/drawing/2014/main" id="{14A7D739-EDDF-F81D-1EBB-4AED49A047D9}"/>
              </a:ext>
            </a:extLst>
          </p:cNvPr>
          <p:cNvSpPr>
            <a:spLocks noGrp="1"/>
          </p:cNvSpPr>
          <p:nvPr>
            <p:ph type="dt" sz="half" idx="10"/>
          </p:nvPr>
        </p:nvSpPr>
        <p:spPr/>
        <p:txBody>
          <a:bodyPr/>
          <a:lstStyle/>
          <a:p>
            <a:fld id="{7DA38F49-B3E2-4BF0-BEC7-C30D34ABBB8D}" type="datetime1">
              <a:rPr lang="en-US" smtClean="0"/>
              <a:t>4/28/2026</a:t>
            </a:fld>
            <a:endParaRPr lang="en-US"/>
          </a:p>
        </p:txBody>
      </p:sp>
      <p:sp>
        <p:nvSpPr>
          <p:cNvPr id="5" name="Marcador de Posição do Rodapé 4">
            <a:extLst>
              <a:ext uri="{FF2B5EF4-FFF2-40B4-BE49-F238E27FC236}">
                <a16:creationId xmlns:a16="http://schemas.microsoft.com/office/drawing/2014/main" id="{81536BAC-E1F2-374D-26C0-D0542EEA8AC2}"/>
              </a:ext>
            </a:extLst>
          </p:cNvPr>
          <p:cNvSpPr>
            <a:spLocks noGrp="1"/>
          </p:cNvSpPr>
          <p:nvPr>
            <p:ph type="ftr" sz="quarter" idx="11"/>
          </p:nvPr>
        </p:nvSpPr>
        <p:spPr/>
        <p:txBody>
          <a:bodyPr/>
          <a:lstStyle/>
          <a:p>
            <a:endParaRPr lang="en-US" dirty="0"/>
          </a:p>
        </p:txBody>
      </p:sp>
      <p:sp>
        <p:nvSpPr>
          <p:cNvPr id="6" name="Marcador de Posição do Número do Diapositivo 5">
            <a:extLst>
              <a:ext uri="{FF2B5EF4-FFF2-40B4-BE49-F238E27FC236}">
                <a16:creationId xmlns:a16="http://schemas.microsoft.com/office/drawing/2014/main" id="{6FB37245-8304-931A-C8AB-FDFE6B73A58B}"/>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7246824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Obje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F07B2B-F4EC-C09F-470E-F79990417A42}"/>
              </a:ext>
            </a:extLst>
          </p:cNvPr>
          <p:cNvSpPr>
            <a:spLocks noGrp="1"/>
          </p:cNvSpPr>
          <p:nvPr>
            <p:ph type="title"/>
          </p:nvPr>
        </p:nvSpPr>
        <p:spPr/>
        <p:txBody>
          <a:bodyPr/>
          <a:lstStyle/>
          <a:p>
            <a:r>
              <a:rPr lang="pt-PT"/>
              <a:t>Clique para editar o estilo de título do Modelo Global</a:t>
            </a:r>
          </a:p>
        </p:txBody>
      </p:sp>
      <p:sp>
        <p:nvSpPr>
          <p:cNvPr id="3" name="Marcador de Posição de Conteúdo 2">
            <a:extLst>
              <a:ext uri="{FF2B5EF4-FFF2-40B4-BE49-F238E27FC236}">
                <a16:creationId xmlns:a16="http://schemas.microsoft.com/office/drawing/2014/main" id="{9D6FAFF4-616D-C0EC-F7BF-037B61621220}"/>
              </a:ext>
            </a:extLst>
          </p:cNvPr>
          <p:cNvSpPr>
            <a:spLocks noGrp="1"/>
          </p:cNvSpPr>
          <p:nvPr>
            <p:ph idx="1"/>
          </p:nvPr>
        </p:nvSpPr>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3DB8CF6A-F415-94E6-350F-256E1A8BD21B}"/>
              </a:ext>
            </a:extLst>
          </p:cNvPr>
          <p:cNvSpPr>
            <a:spLocks noGrp="1"/>
          </p:cNvSpPr>
          <p:nvPr>
            <p:ph type="dt" sz="half" idx="10"/>
          </p:nvPr>
        </p:nvSpPr>
        <p:spPr/>
        <p:txBody>
          <a:bodyPr/>
          <a:lstStyle/>
          <a:p>
            <a:fld id="{7DA38F49-B3E2-4BF0-BEC7-C30D34ABBB8D}" type="datetime1">
              <a:rPr lang="en-US" smtClean="0"/>
              <a:t>4/28/2026</a:t>
            </a:fld>
            <a:endParaRPr lang="en-US"/>
          </a:p>
        </p:txBody>
      </p:sp>
      <p:sp>
        <p:nvSpPr>
          <p:cNvPr id="5" name="Marcador de Posição do Rodapé 4">
            <a:extLst>
              <a:ext uri="{FF2B5EF4-FFF2-40B4-BE49-F238E27FC236}">
                <a16:creationId xmlns:a16="http://schemas.microsoft.com/office/drawing/2014/main" id="{7F83A628-4AB8-C77A-2A96-1CCDF3A88B21}"/>
              </a:ext>
            </a:extLst>
          </p:cNvPr>
          <p:cNvSpPr>
            <a:spLocks noGrp="1"/>
          </p:cNvSpPr>
          <p:nvPr>
            <p:ph type="ftr" sz="quarter" idx="11"/>
          </p:nvPr>
        </p:nvSpPr>
        <p:spPr/>
        <p:txBody>
          <a:bodyPr/>
          <a:lstStyle/>
          <a:p>
            <a:endParaRPr lang="en-US" dirty="0"/>
          </a:p>
        </p:txBody>
      </p:sp>
      <p:sp>
        <p:nvSpPr>
          <p:cNvPr id="6" name="Marcador de Posição do Número do Diapositivo 5">
            <a:extLst>
              <a:ext uri="{FF2B5EF4-FFF2-40B4-BE49-F238E27FC236}">
                <a16:creationId xmlns:a16="http://schemas.microsoft.com/office/drawing/2014/main" id="{77BFF8E4-6F5B-6824-1FAB-0C9CFA7D7B9E}"/>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136148710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BCDBDE-8FF7-C7C1-46E2-E896D156A5D4}"/>
              </a:ext>
            </a:extLst>
          </p:cNvPr>
          <p:cNvSpPr>
            <a:spLocks noGrp="1"/>
          </p:cNvSpPr>
          <p:nvPr>
            <p:ph type="title"/>
          </p:nvPr>
        </p:nvSpPr>
        <p:spPr>
          <a:xfrm>
            <a:off x="831850" y="1709738"/>
            <a:ext cx="10515600" cy="2852737"/>
          </a:xfrm>
        </p:spPr>
        <p:txBody>
          <a:bodyPr anchor="b"/>
          <a:lstStyle>
            <a:lvl1pPr>
              <a:defRPr sz="6000"/>
            </a:lvl1pPr>
          </a:lstStyle>
          <a:p>
            <a:r>
              <a:rPr lang="pt-PT"/>
              <a:t>Clique para editar o estilo de título do Modelo Global</a:t>
            </a:r>
          </a:p>
        </p:txBody>
      </p:sp>
      <p:sp>
        <p:nvSpPr>
          <p:cNvPr id="3" name="Marcador de Posição do Texto 2">
            <a:extLst>
              <a:ext uri="{FF2B5EF4-FFF2-40B4-BE49-F238E27FC236}">
                <a16:creationId xmlns:a16="http://schemas.microsoft.com/office/drawing/2014/main" id="{66016F44-324F-E737-B94B-3B63983F26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PT"/>
              <a:t>Clique para editar os estilos do texto de Modelo Global</a:t>
            </a:r>
          </a:p>
        </p:txBody>
      </p:sp>
      <p:sp>
        <p:nvSpPr>
          <p:cNvPr id="4" name="Marcador de Posição da Data 3">
            <a:extLst>
              <a:ext uri="{FF2B5EF4-FFF2-40B4-BE49-F238E27FC236}">
                <a16:creationId xmlns:a16="http://schemas.microsoft.com/office/drawing/2014/main" id="{1DC8648D-1CE0-9FF2-52A9-C34D4212D4E5}"/>
              </a:ext>
            </a:extLst>
          </p:cNvPr>
          <p:cNvSpPr>
            <a:spLocks noGrp="1"/>
          </p:cNvSpPr>
          <p:nvPr>
            <p:ph type="dt" sz="half" idx="10"/>
          </p:nvPr>
        </p:nvSpPr>
        <p:spPr/>
        <p:txBody>
          <a:bodyPr/>
          <a:lstStyle/>
          <a:p>
            <a:fld id="{7DA38F49-B3E2-4BF0-BEC7-C30D34ABBB8D}" type="datetime1">
              <a:rPr lang="en-US" smtClean="0"/>
              <a:t>4/28/2026</a:t>
            </a:fld>
            <a:endParaRPr lang="en-US"/>
          </a:p>
        </p:txBody>
      </p:sp>
      <p:sp>
        <p:nvSpPr>
          <p:cNvPr id="5" name="Marcador de Posição do Rodapé 4">
            <a:extLst>
              <a:ext uri="{FF2B5EF4-FFF2-40B4-BE49-F238E27FC236}">
                <a16:creationId xmlns:a16="http://schemas.microsoft.com/office/drawing/2014/main" id="{EBD88390-12F2-0811-8D7E-FA7C4D1BC0B7}"/>
              </a:ext>
            </a:extLst>
          </p:cNvPr>
          <p:cNvSpPr>
            <a:spLocks noGrp="1"/>
          </p:cNvSpPr>
          <p:nvPr>
            <p:ph type="ftr" sz="quarter" idx="11"/>
          </p:nvPr>
        </p:nvSpPr>
        <p:spPr/>
        <p:txBody>
          <a:bodyPr/>
          <a:lstStyle/>
          <a:p>
            <a:endParaRPr lang="en-US" dirty="0"/>
          </a:p>
        </p:txBody>
      </p:sp>
      <p:sp>
        <p:nvSpPr>
          <p:cNvPr id="6" name="Marcador de Posição do Número do Diapositivo 5">
            <a:extLst>
              <a:ext uri="{FF2B5EF4-FFF2-40B4-BE49-F238E27FC236}">
                <a16:creationId xmlns:a16="http://schemas.microsoft.com/office/drawing/2014/main" id="{8D4FEC07-6034-8566-D969-CC1BA445E457}"/>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36036593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údo Dup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8C634F-4345-F520-18C7-2F82CE4592CB}"/>
              </a:ext>
            </a:extLst>
          </p:cNvPr>
          <p:cNvSpPr>
            <a:spLocks noGrp="1"/>
          </p:cNvSpPr>
          <p:nvPr>
            <p:ph type="title"/>
          </p:nvPr>
        </p:nvSpPr>
        <p:spPr/>
        <p:txBody>
          <a:bodyPr/>
          <a:lstStyle/>
          <a:p>
            <a:r>
              <a:rPr lang="pt-PT"/>
              <a:t>Clique para editar o estilo de título do Modelo Global</a:t>
            </a:r>
          </a:p>
        </p:txBody>
      </p:sp>
      <p:sp>
        <p:nvSpPr>
          <p:cNvPr id="3" name="Marcador de Posição de Conteúdo 2">
            <a:extLst>
              <a:ext uri="{FF2B5EF4-FFF2-40B4-BE49-F238E27FC236}">
                <a16:creationId xmlns:a16="http://schemas.microsoft.com/office/drawing/2014/main" id="{FFACEA6B-E2B7-1491-3205-CD47551297F5}"/>
              </a:ext>
            </a:extLst>
          </p:cNvPr>
          <p:cNvSpPr>
            <a:spLocks noGrp="1"/>
          </p:cNvSpPr>
          <p:nvPr>
            <p:ph sz="half" idx="1"/>
          </p:nvPr>
        </p:nvSpPr>
        <p:spPr>
          <a:xfrm>
            <a:off x="838200" y="1825625"/>
            <a:ext cx="5181600" cy="435133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e Conteúdo 3">
            <a:extLst>
              <a:ext uri="{FF2B5EF4-FFF2-40B4-BE49-F238E27FC236}">
                <a16:creationId xmlns:a16="http://schemas.microsoft.com/office/drawing/2014/main" id="{B2D2634F-3ACA-A9A4-EEAB-B87245AB1A7E}"/>
              </a:ext>
            </a:extLst>
          </p:cNvPr>
          <p:cNvSpPr>
            <a:spLocks noGrp="1"/>
          </p:cNvSpPr>
          <p:nvPr>
            <p:ph sz="half" idx="2"/>
          </p:nvPr>
        </p:nvSpPr>
        <p:spPr>
          <a:xfrm>
            <a:off x="6172200" y="1825625"/>
            <a:ext cx="5181600" cy="435133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a Data 4">
            <a:extLst>
              <a:ext uri="{FF2B5EF4-FFF2-40B4-BE49-F238E27FC236}">
                <a16:creationId xmlns:a16="http://schemas.microsoft.com/office/drawing/2014/main" id="{FA845341-DC80-9829-3F78-127E3B36497E}"/>
              </a:ext>
            </a:extLst>
          </p:cNvPr>
          <p:cNvSpPr>
            <a:spLocks noGrp="1"/>
          </p:cNvSpPr>
          <p:nvPr>
            <p:ph type="dt" sz="half" idx="10"/>
          </p:nvPr>
        </p:nvSpPr>
        <p:spPr/>
        <p:txBody>
          <a:bodyPr/>
          <a:lstStyle/>
          <a:p>
            <a:fld id="{7DA38F49-B3E2-4BF0-BEC7-C30D34ABBB8D}" type="datetime1">
              <a:rPr lang="en-US" smtClean="0"/>
              <a:t>4/28/2026</a:t>
            </a:fld>
            <a:endParaRPr lang="en-US"/>
          </a:p>
        </p:txBody>
      </p:sp>
      <p:sp>
        <p:nvSpPr>
          <p:cNvPr id="6" name="Marcador de Posição do Rodapé 5">
            <a:extLst>
              <a:ext uri="{FF2B5EF4-FFF2-40B4-BE49-F238E27FC236}">
                <a16:creationId xmlns:a16="http://schemas.microsoft.com/office/drawing/2014/main" id="{818B1EE6-CB99-0709-ED13-1C6BB1D107B0}"/>
              </a:ext>
            </a:extLst>
          </p:cNvPr>
          <p:cNvSpPr>
            <a:spLocks noGrp="1"/>
          </p:cNvSpPr>
          <p:nvPr>
            <p:ph type="ftr" sz="quarter" idx="11"/>
          </p:nvPr>
        </p:nvSpPr>
        <p:spPr/>
        <p:txBody>
          <a:bodyPr/>
          <a:lstStyle/>
          <a:p>
            <a:endParaRPr lang="en-US" dirty="0"/>
          </a:p>
        </p:txBody>
      </p:sp>
      <p:sp>
        <p:nvSpPr>
          <p:cNvPr id="7" name="Marcador de Posição do Número do Diapositivo 6">
            <a:extLst>
              <a:ext uri="{FF2B5EF4-FFF2-40B4-BE49-F238E27FC236}">
                <a16:creationId xmlns:a16="http://schemas.microsoft.com/office/drawing/2014/main" id="{F1D930E1-7185-F9C4-1B3C-AB1C12379996}"/>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05578246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3BCC67-D668-3EFE-1955-B2F3E41B3D84}"/>
              </a:ext>
            </a:extLst>
          </p:cNvPr>
          <p:cNvSpPr>
            <a:spLocks noGrp="1"/>
          </p:cNvSpPr>
          <p:nvPr>
            <p:ph type="title"/>
          </p:nvPr>
        </p:nvSpPr>
        <p:spPr>
          <a:xfrm>
            <a:off x="839788" y="365125"/>
            <a:ext cx="10515600" cy="1325563"/>
          </a:xfrm>
        </p:spPr>
        <p:txBody>
          <a:bodyPr/>
          <a:lstStyle/>
          <a:p>
            <a:r>
              <a:rPr lang="pt-PT"/>
              <a:t>Clique para editar o estilo de título do Modelo Global</a:t>
            </a:r>
          </a:p>
        </p:txBody>
      </p:sp>
      <p:sp>
        <p:nvSpPr>
          <p:cNvPr id="3" name="Marcador de Posição do Texto 2">
            <a:extLst>
              <a:ext uri="{FF2B5EF4-FFF2-40B4-BE49-F238E27FC236}">
                <a16:creationId xmlns:a16="http://schemas.microsoft.com/office/drawing/2014/main" id="{CCEC6C11-F0BB-96A0-52CA-BCD71C97EC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4" name="Marcador de Posição de Conteúdo 3">
            <a:extLst>
              <a:ext uri="{FF2B5EF4-FFF2-40B4-BE49-F238E27FC236}">
                <a16:creationId xmlns:a16="http://schemas.microsoft.com/office/drawing/2014/main" id="{B5E67304-7F4F-C27F-EC6A-48189984AC5A}"/>
              </a:ext>
            </a:extLst>
          </p:cNvPr>
          <p:cNvSpPr>
            <a:spLocks noGrp="1"/>
          </p:cNvSpPr>
          <p:nvPr>
            <p:ph sz="half" idx="2"/>
          </p:nvPr>
        </p:nvSpPr>
        <p:spPr>
          <a:xfrm>
            <a:off x="839788" y="2505075"/>
            <a:ext cx="5157787" cy="368458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o Texto 4">
            <a:extLst>
              <a:ext uri="{FF2B5EF4-FFF2-40B4-BE49-F238E27FC236}">
                <a16:creationId xmlns:a16="http://schemas.microsoft.com/office/drawing/2014/main" id="{5BD1C07D-ACB3-7A66-99FB-E27A138890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6" name="Marcador de Posição de Conteúdo 5">
            <a:extLst>
              <a:ext uri="{FF2B5EF4-FFF2-40B4-BE49-F238E27FC236}">
                <a16:creationId xmlns:a16="http://schemas.microsoft.com/office/drawing/2014/main" id="{DC2A6D8D-7837-EEFD-E25C-25396A061856}"/>
              </a:ext>
            </a:extLst>
          </p:cNvPr>
          <p:cNvSpPr>
            <a:spLocks noGrp="1"/>
          </p:cNvSpPr>
          <p:nvPr>
            <p:ph sz="quarter" idx="4"/>
          </p:nvPr>
        </p:nvSpPr>
        <p:spPr>
          <a:xfrm>
            <a:off x="6172200" y="2505075"/>
            <a:ext cx="5183188" cy="368458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7" name="Marcador de Posição da Data 6">
            <a:extLst>
              <a:ext uri="{FF2B5EF4-FFF2-40B4-BE49-F238E27FC236}">
                <a16:creationId xmlns:a16="http://schemas.microsoft.com/office/drawing/2014/main" id="{3513B54D-DBAE-84DC-8A7A-775805519BC5}"/>
              </a:ext>
            </a:extLst>
          </p:cNvPr>
          <p:cNvSpPr>
            <a:spLocks noGrp="1"/>
          </p:cNvSpPr>
          <p:nvPr>
            <p:ph type="dt" sz="half" idx="10"/>
          </p:nvPr>
        </p:nvSpPr>
        <p:spPr/>
        <p:txBody>
          <a:bodyPr/>
          <a:lstStyle/>
          <a:p>
            <a:fld id="{7DA38F49-B3E2-4BF0-BEC7-C30D34ABBB8D}" type="datetime1">
              <a:rPr lang="en-US" smtClean="0"/>
              <a:t>4/28/2026</a:t>
            </a:fld>
            <a:endParaRPr lang="en-US"/>
          </a:p>
        </p:txBody>
      </p:sp>
      <p:sp>
        <p:nvSpPr>
          <p:cNvPr id="8" name="Marcador de Posição do Rodapé 7">
            <a:extLst>
              <a:ext uri="{FF2B5EF4-FFF2-40B4-BE49-F238E27FC236}">
                <a16:creationId xmlns:a16="http://schemas.microsoft.com/office/drawing/2014/main" id="{B89C222C-AABA-8E69-D04C-87A1656B54B7}"/>
              </a:ext>
            </a:extLst>
          </p:cNvPr>
          <p:cNvSpPr>
            <a:spLocks noGrp="1"/>
          </p:cNvSpPr>
          <p:nvPr>
            <p:ph type="ftr" sz="quarter" idx="11"/>
          </p:nvPr>
        </p:nvSpPr>
        <p:spPr/>
        <p:txBody>
          <a:bodyPr/>
          <a:lstStyle/>
          <a:p>
            <a:endParaRPr lang="en-US" dirty="0"/>
          </a:p>
        </p:txBody>
      </p:sp>
      <p:sp>
        <p:nvSpPr>
          <p:cNvPr id="9" name="Marcador de Posição do Número do Diapositivo 8">
            <a:extLst>
              <a:ext uri="{FF2B5EF4-FFF2-40B4-BE49-F238E27FC236}">
                <a16:creationId xmlns:a16="http://schemas.microsoft.com/office/drawing/2014/main" id="{5E073A11-1C1D-08C0-8EE9-E8B5C4AAB645}"/>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298166057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4A8732-DDD8-29EB-33D1-0651CD696685}"/>
              </a:ext>
            </a:extLst>
          </p:cNvPr>
          <p:cNvSpPr>
            <a:spLocks noGrp="1"/>
          </p:cNvSpPr>
          <p:nvPr>
            <p:ph type="title"/>
          </p:nvPr>
        </p:nvSpPr>
        <p:spPr/>
        <p:txBody>
          <a:bodyPr/>
          <a:lstStyle/>
          <a:p>
            <a:r>
              <a:rPr lang="pt-PT"/>
              <a:t>Clique para editar o estilo de título do Modelo Global</a:t>
            </a:r>
          </a:p>
        </p:txBody>
      </p:sp>
      <p:sp>
        <p:nvSpPr>
          <p:cNvPr id="3" name="Marcador de Posição da Data 2">
            <a:extLst>
              <a:ext uri="{FF2B5EF4-FFF2-40B4-BE49-F238E27FC236}">
                <a16:creationId xmlns:a16="http://schemas.microsoft.com/office/drawing/2014/main" id="{2336D02B-27BC-41F3-1B43-FBD1AB264F42}"/>
              </a:ext>
            </a:extLst>
          </p:cNvPr>
          <p:cNvSpPr>
            <a:spLocks noGrp="1"/>
          </p:cNvSpPr>
          <p:nvPr>
            <p:ph type="dt" sz="half" idx="10"/>
          </p:nvPr>
        </p:nvSpPr>
        <p:spPr/>
        <p:txBody>
          <a:bodyPr/>
          <a:lstStyle/>
          <a:p>
            <a:fld id="{7DA38F49-B3E2-4BF0-BEC7-C30D34ABBB8D}" type="datetime1">
              <a:rPr lang="en-US" smtClean="0"/>
              <a:t>4/28/2026</a:t>
            </a:fld>
            <a:endParaRPr lang="en-US"/>
          </a:p>
        </p:txBody>
      </p:sp>
      <p:sp>
        <p:nvSpPr>
          <p:cNvPr id="4" name="Marcador de Posição do Rodapé 3">
            <a:extLst>
              <a:ext uri="{FF2B5EF4-FFF2-40B4-BE49-F238E27FC236}">
                <a16:creationId xmlns:a16="http://schemas.microsoft.com/office/drawing/2014/main" id="{34BDD2F8-6A8D-520D-F1AE-FCF053B25C9C}"/>
              </a:ext>
            </a:extLst>
          </p:cNvPr>
          <p:cNvSpPr>
            <a:spLocks noGrp="1"/>
          </p:cNvSpPr>
          <p:nvPr>
            <p:ph type="ftr" sz="quarter" idx="11"/>
          </p:nvPr>
        </p:nvSpPr>
        <p:spPr/>
        <p:txBody>
          <a:bodyPr/>
          <a:lstStyle/>
          <a:p>
            <a:endParaRPr lang="en-US" dirty="0"/>
          </a:p>
        </p:txBody>
      </p:sp>
      <p:sp>
        <p:nvSpPr>
          <p:cNvPr id="5" name="Marcador de Posição do Número do Diapositivo 4">
            <a:extLst>
              <a:ext uri="{FF2B5EF4-FFF2-40B4-BE49-F238E27FC236}">
                <a16:creationId xmlns:a16="http://schemas.microsoft.com/office/drawing/2014/main" id="{E392F1CA-95DF-4B11-97B4-9A60B069E22D}"/>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58832996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Marcador de Posição da Data 1">
            <a:extLst>
              <a:ext uri="{FF2B5EF4-FFF2-40B4-BE49-F238E27FC236}">
                <a16:creationId xmlns:a16="http://schemas.microsoft.com/office/drawing/2014/main" id="{29C78170-896F-1F1A-4C56-07A2D156AB6A}"/>
              </a:ext>
            </a:extLst>
          </p:cNvPr>
          <p:cNvSpPr>
            <a:spLocks noGrp="1"/>
          </p:cNvSpPr>
          <p:nvPr>
            <p:ph type="dt" sz="half" idx="10"/>
          </p:nvPr>
        </p:nvSpPr>
        <p:spPr/>
        <p:txBody>
          <a:bodyPr/>
          <a:lstStyle/>
          <a:p>
            <a:fld id="{7DA38F49-B3E2-4BF0-BEC7-C30D34ABBB8D}" type="datetime1">
              <a:rPr lang="en-US" smtClean="0"/>
              <a:t>4/28/2026</a:t>
            </a:fld>
            <a:endParaRPr lang="en-US"/>
          </a:p>
        </p:txBody>
      </p:sp>
      <p:sp>
        <p:nvSpPr>
          <p:cNvPr id="3" name="Marcador de Posição do Rodapé 2">
            <a:extLst>
              <a:ext uri="{FF2B5EF4-FFF2-40B4-BE49-F238E27FC236}">
                <a16:creationId xmlns:a16="http://schemas.microsoft.com/office/drawing/2014/main" id="{691BFFD1-B41F-12E3-C65D-D349294AB21A}"/>
              </a:ext>
            </a:extLst>
          </p:cNvPr>
          <p:cNvSpPr>
            <a:spLocks noGrp="1"/>
          </p:cNvSpPr>
          <p:nvPr>
            <p:ph type="ftr" sz="quarter" idx="11"/>
          </p:nvPr>
        </p:nvSpPr>
        <p:spPr/>
        <p:txBody>
          <a:bodyPr/>
          <a:lstStyle/>
          <a:p>
            <a:endParaRPr lang="en-US" dirty="0"/>
          </a:p>
        </p:txBody>
      </p:sp>
      <p:sp>
        <p:nvSpPr>
          <p:cNvPr id="4" name="Marcador de Posição do Número do Diapositivo 3">
            <a:extLst>
              <a:ext uri="{FF2B5EF4-FFF2-40B4-BE49-F238E27FC236}">
                <a16:creationId xmlns:a16="http://schemas.microsoft.com/office/drawing/2014/main" id="{F860EC9E-F842-AA95-E62D-47AA8577D0D2}"/>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54666116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DF03F6-855E-2F57-E6A9-D28C8D43B56B}"/>
              </a:ext>
            </a:extLst>
          </p:cNvPr>
          <p:cNvSpPr>
            <a:spLocks noGrp="1"/>
          </p:cNvSpPr>
          <p:nvPr>
            <p:ph type="title"/>
          </p:nvPr>
        </p:nvSpPr>
        <p:spPr>
          <a:xfrm>
            <a:off x="839788" y="457200"/>
            <a:ext cx="3932237" cy="1600200"/>
          </a:xfrm>
        </p:spPr>
        <p:txBody>
          <a:bodyPr anchor="b"/>
          <a:lstStyle>
            <a:lvl1pPr>
              <a:defRPr sz="3200"/>
            </a:lvl1pPr>
          </a:lstStyle>
          <a:p>
            <a:r>
              <a:rPr lang="pt-PT"/>
              <a:t>Clique para editar o estilo de título do Modelo Global</a:t>
            </a:r>
          </a:p>
        </p:txBody>
      </p:sp>
      <p:sp>
        <p:nvSpPr>
          <p:cNvPr id="3" name="Marcador de Posição de Conteúdo 2">
            <a:extLst>
              <a:ext uri="{FF2B5EF4-FFF2-40B4-BE49-F238E27FC236}">
                <a16:creationId xmlns:a16="http://schemas.microsoft.com/office/drawing/2014/main" id="{9E4DCB09-28AB-CCDE-575D-557596C7B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o Texto 3">
            <a:extLst>
              <a:ext uri="{FF2B5EF4-FFF2-40B4-BE49-F238E27FC236}">
                <a16:creationId xmlns:a16="http://schemas.microsoft.com/office/drawing/2014/main" id="{2354ECF8-5D41-64F0-A923-B9CF2B824C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5" name="Marcador de Posição da Data 4">
            <a:extLst>
              <a:ext uri="{FF2B5EF4-FFF2-40B4-BE49-F238E27FC236}">
                <a16:creationId xmlns:a16="http://schemas.microsoft.com/office/drawing/2014/main" id="{AD7D6CDE-BC89-2A9C-A5FC-4F702236A056}"/>
              </a:ext>
            </a:extLst>
          </p:cNvPr>
          <p:cNvSpPr>
            <a:spLocks noGrp="1"/>
          </p:cNvSpPr>
          <p:nvPr>
            <p:ph type="dt" sz="half" idx="10"/>
          </p:nvPr>
        </p:nvSpPr>
        <p:spPr/>
        <p:txBody>
          <a:bodyPr/>
          <a:lstStyle/>
          <a:p>
            <a:fld id="{7DA38F49-B3E2-4BF0-BEC7-C30D34ABBB8D}" type="datetime1">
              <a:rPr lang="en-US" smtClean="0"/>
              <a:t>4/28/2026</a:t>
            </a:fld>
            <a:endParaRPr lang="en-US"/>
          </a:p>
        </p:txBody>
      </p:sp>
      <p:sp>
        <p:nvSpPr>
          <p:cNvPr id="6" name="Marcador de Posição do Rodapé 5">
            <a:extLst>
              <a:ext uri="{FF2B5EF4-FFF2-40B4-BE49-F238E27FC236}">
                <a16:creationId xmlns:a16="http://schemas.microsoft.com/office/drawing/2014/main" id="{67EF8E43-3932-355B-008F-57AB10385945}"/>
              </a:ext>
            </a:extLst>
          </p:cNvPr>
          <p:cNvSpPr>
            <a:spLocks noGrp="1"/>
          </p:cNvSpPr>
          <p:nvPr>
            <p:ph type="ftr" sz="quarter" idx="11"/>
          </p:nvPr>
        </p:nvSpPr>
        <p:spPr/>
        <p:txBody>
          <a:bodyPr/>
          <a:lstStyle/>
          <a:p>
            <a:endParaRPr lang="en-US" dirty="0"/>
          </a:p>
        </p:txBody>
      </p:sp>
      <p:sp>
        <p:nvSpPr>
          <p:cNvPr id="7" name="Marcador de Posição do Número do Diapositivo 6">
            <a:extLst>
              <a:ext uri="{FF2B5EF4-FFF2-40B4-BE49-F238E27FC236}">
                <a16:creationId xmlns:a16="http://schemas.microsoft.com/office/drawing/2014/main" id="{89FD562F-711C-A515-1D7B-AFDCC6221AC3}"/>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98266999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F75A2E-E7FD-4116-AA25-3F67487DDB64}"/>
              </a:ext>
            </a:extLst>
          </p:cNvPr>
          <p:cNvSpPr>
            <a:spLocks noGrp="1"/>
          </p:cNvSpPr>
          <p:nvPr>
            <p:ph type="title"/>
          </p:nvPr>
        </p:nvSpPr>
        <p:spPr>
          <a:xfrm>
            <a:off x="839788" y="457200"/>
            <a:ext cx="3932237" cy="1600200"/>
          </a:xfrm>
        </p:spPr>
        <p:txBody>
          <a:bodyPr anchor="b"/>
          <a:lstStyle>
            <a:lvl1pPr>
              <a:defRPr sz="3200"/>
            </a:lvl1pPr>
          </a:lstStyle>
          <a:p>
            <a:r>
              <a:rPr lang="pt-PT"/>
              <a:t>Clique para editar o estilo de título do Modelo Global</a:t>
            </a:r>
          </a:p>
        </p:txBody>
      </p:sp>
      <p:sp>
        <p:nvSpPr>
          <p:cNvPr id="3" name="Marcador de Posição da Imagem 2">
            <a:extLst>
              <a:ext uri="{FF2B5EF4-FFF2-40B4-BE49-F238E27FC236}">
                <a16:creationId xmlns:a16="http://schemas.microsoft.com/office/drawing/2014/main" id="{B43BBAD4-4C03-049F-DA9F-3E6F0DCBA4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PT"/>
          </a:p>
        </p:txBody>
      </p:sp>
      <p:sp>
        <p:nvSpPr>
          <p:cNvPr id="4" name="Marcador de Posição do Texto 3">
            <a:extLst>
              <a:ext uri="{FF2B5EF4-FFF2-40B4-BE49-F238E27FC236}">
                <a16:creationId xmlns:a16="http://schemas.microsoft.com/office/drawing/2014/main" id="{503EE287-79A5-650B-BFEE-0E41E45FAB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5" name="Marcador de Posição da Data 4">
            <a:extLst>
              <a:ext uri="{FF2B5EF4-FFF2-40B4-BE49-F238E27FC236}">
                <a16:creationId xmlns:a16="http://schemas.microsoft.com/office/drawing/2014/main" id="{E0A88BC6-685F-3ED8-380B-4BB57B29D05F}"/>
              </a:ext>
            </a:extLst>
          </p:cNvPr>
          <p:cNvSpPr>
            <a:spLocks noGrp="1"/>
          </p:cNvSpPr>
          <p:nvPr>
            <p:ph type="dt" sz="half" idx="10"/>
          </p:nvPr>
        </p:nvSpPr>
        <p:spPr/>
        <p:txBody>
          <a:bodyPr/>
          <a:lstStyle/>
          <a:p>
            <a:fld id="{7DA38F49-B3E2-4BF0-BEC7-C30D34ABBB8D}" type="datetime1">
              <a:rPr lang="en-US" smtClean="0"/>
              <a:t>4/28/2026</a:t>
            </a:fld>
            <a:endParaRPr lang="en-US"/>
          </a:p>
        </p:txBody>
      </p:sp>
      <p:sp>
        <p:nvSpPr>
          <p:cNvPr id="6" name="Marcador de Posição do Rodapé 5">
            <a:extLst>
              <a:ext uri="{FF2B5EF4-FFF2-40B4-BE49-F238E27FC236}">
                <a16:creationId xmlns:a16="http://schemas.microsoft.com/office/drawing/2014/main" id="{35BF7D1D-DC61-65F9-29BE-DF0A239E6ED4}"/>
              </a:ext>
            </a:extLst>
          </p:cNvPr>
          <p:cNvSpPr>
            <a:spLocks noGrp="1"/>
          </p:cNvSpPr>
          <p:nvPr>
            <p:ph type="ftr" sz="quarter" idx="11"/>
          </p:nvPr>
        </p:nvSpPr>
        <p:spPr/>
        <p:txBody>
          <a:bodyPr/>
          <a:lstStyle/>
          <a:p>
            <a:endParaRPr lang="en-US" dirty="0"/>
          </a:p>
        </p:txBody>
      </p:sp>
      <p:sp>
        <p:nvSpPr>
          <p:cNvPr id="7" name="Marcador de Posição do Número do Diapositivo 6">
            <a:extLst>
              <a:ext uri="{FF2B5EF4-FFF2-40B4-BE49-F238E27FC236}">
                <a16:creationId xmlns:a16="http://schemas.microsoft.com/office/drawing/2014/main" id="{51BA090C-EF20-6883-985C-603E422071C3}"/>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71566274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E76194-CA9B-5D98-CBD6-FD0F48935B5C}"/>
              </a:ext>
            </a:extLst>
          </p:cNvPr>
          <p:cNvSpPr>
            <a:spLocks noGrp="1"/>
          </p:cNvSpPr>
          <p:nvPr>
            <p:ph type="title"/>
          </p:nvPr>
        </p:nvSpPr>
        <p:spPr/>
        <p:txBody>
          <a:bodyPr/>
          <a:lstStyle/>
          <a:p>
            <a:r>
              <a:rPr lang="pt-PT"/>
              <a:t>Clique para editar o estilo de título do Modelo Global</a:t>
            </a:r>
          </a:p>
        </p:txBody>
      </p:sp>
      <p:sp>
        <p:nvSpPr>
          <p:cNvPr id="3" name="Marcador de Posição de Texto Vertical 2">
            <a:extLst>
              <a:ext uri="{FF2B5EF4-FFF2-40B4-BE49-F238E27FC236}">
                <a16:creationId xmlns:a16="http://schemas.microsoft.com/office/drawing/2014/main" id="{5363C5DC-EDC1-D665-11CE-BF199B6BB4D1}"/>
              </a:ext>
            </a:extLst>
          </p:cNvPr>
          <p:cNvSpPr>
            <a:spLocks noGrp="1"/>
          </p:cNvSpPr>
          <p:nvPr>
            <p:ph type="body" orient="vert" idx="1"/>
          </p:nvPr>
        </p:nvSpPr>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65C7B060-F0C8-B14F-0D4C-F571FEB4D8DD}"/>
              </a:ext>
            </a:extLst>
          </p:cNvPr>
          <p:cNvSpPr>
            <a:spLocks noGrp="1"/>
          </p:cNvSpPr>
          <p:nvPr>
            <p:ph type="dt" sz="half" idx="10"/>
          </p:nvPr>
        </p:nvSpPr>
        <p:spPr/>
        <p:txBody>
          <a:bodyPr/>
          <a:lstStyle/>
          <a:p>
            <a:fld id="{7DA38F49-B3E2-4BF0-BEC7-C30D34ABBB8D}" type="datetime1">
              <a:rPr lang="en-US" smtClean="0"/>
              <a:t>4/28/2026</a:t>
            </a:fld>
            <a:endParaRPr lang="en-US"/>
          </a:p>
        </p:txBody>
      </p:sp>
      <p:sp>
        <p:nvSpPr>
          <p:cNvPr id="5" name="Marcador de Posição do Rodapé 4">
            <a:extLst>
              <a:ext uri="{FF2B5EF4-FFF2-40B4-BE49-F238E27FC236}">
                <a16:creationId xmlns:a16="http://schemas.microsoft.com/office/drawing/2014/main" id="{DB05A6F8-B7F2-D08B-DC02-9EA99CAB7DD5}"/>
              </a:ext>
            </a:extLst>
          </p:cNvPr>
          <p:cNvSpPr>
            <a:spLocks noGrp="1"/>
          </p:cNvSpPr>
          <p:nvPr>
            <p:ph type="ftr" sz="quarter" idx="11"/>
          </p:nvPr>
        </p:nvSpPr>
        <p:spPr/>
        <p:txBody>
          <a:bodyPr/>
          <a:lstStyle/>
          <a:p>
            <a:endParaRPr lang="en-US" dirty="0"/>
          </a:p>
        </p:txBody>
      </p:sp>
      <p:sp>
        <p:nvSpPr>
          <p:cNvPr id="6" name="Marcador de Posição do Número do Diapositivo 5">
            <a:extLst>
              <a:ext uri="{FF2B5EF4-FFF2-40B4-BE49-F238E27FC236}">
                <a16:creationId xmlns:a16="http://schemas.microsoft.com/office/drawing/2014/main" id="{7B68C097-9434-5A8D-9D61-324BDC3073FA}"/>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22163796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e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8412112-B405-820A-2385-A72388B76C07}"/>
              </a:ext>
            </a:extLst>
          </p:cNvPr>
          <p:cNvSpPr>
            <a:spLocks noGrp="1"/>
          </p:cNvSpPr>
          <p:nvPr>
            <p:ph type="title" orient="vert"/>
          </p:nvPr>
        </p:nvSpPr>
        <p:spPr>
          <a:xfrm>
            <a:off x="8724900" y="365125"/>
            <a:ext cx="2628900" cy="5811838"/>
          </a:xfrm>
        </p:spPr>
        <p:txBody>
          <a:bodyPr vert="eaVert"/>
          <a:lstStyle/>
          <a:p>
            <a:r>
              <a:rPr lang="pt-PT"/>
              <a:t>Clique para editar o estilo de título do Modelo Global</a:t>
            </a:r>
          </a:p>
        </p:txBody>
      </p:sp>
      <p:sp>
        <p:nvSpPr>
          <p:cNvPr id="3" name="Marcador de Posição de Texto Vertical 2">
            <a:extLst>
              <a:ext uri="{FF2B5EF4-FFF2-40B4-BE49-F238E27FC236}">
                <a16:creationId xmlns:a16="http://schemas.microsoft.com/office/drawing/2014/main" id="{DDC378BF-43C8-F6EF-C4F5-A17533FE4F12}"/>
              </a:ext>
            </a:extLst>
          </p:cNvPr>
          <p:cNvSpPr>
            <a:spLocks noGrp="1"/>
          </p:cNvSpPr>
          <p:nvPr>
            <p:ph type="body" orient="vert" idx="1"/>
          </p:nvPr>
        </p:nvSpPr>
        <p:spPr>
          <a:xfrm>
            <a:off x="838200" y="365125"/>
            <a:ext cx="7734300" cy="5811838"/>
          </a:xfrm>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874E41DC-C19A-76F2-215A-C5F8738665E9}"/>
              </a:ext>
            </a:extLst>
          </p:cNvPr>
          <p:cNvSpPr>
            <a:spLocks noGrp="1"/>
          </p:cNvSpPr>
          <p:nvPr>
            <p:ph type="dt" sz="half" idx="10"/>
          </p:nvPr>
        </p:nvSpPr>
        <p:spPr/>
        <p:txBody>
          <a:bodyPr/>
          <a:lstStyle/>
          <a:p>
            <a:fld id="{7DA38F49-B3E2-4BF0-BEC7-C30D34ABBB8D}" type="datetime1">
              <a:rPr lang="en-US" smtClean="0"/>
              <a:t>4/28/2026</a:t>
            </a:fld>
            <a:endParaRPr lang="en-US"/>
          </a:p>
        </p:txBody>
      </p:sp>
      <p:sp>
        <p:nvSpPr>
          <p:cNvPr id="5" name="Marcador de Posição do Rodapé 4">
            <a:extLst>
              <a:ext uri="{FF2B5EF4-FFF2-40B4-BE49-F238E27FC236}">
                <a16:creationId xmlns:a16="http://schemas.microsoft.com/office/drawing/2014/main" id="{C021CC85-4C92-ED58-B98D-C3CBCA9A60F1}"/>
              </a:ext>
            </a:extLst>
          </p:cNvPr>
          <p:cNvSpPr>
            <a:spLocks noGrp="1"/>
          </p:cNvSpPr>
          <p:nvPr>
            <p:ph type="ftr" sz="quarter" idx="11"/>
          </p:nvPr>
        </p:nvSpPr>
        <p:spPr/>
        <p:txBody>
          <a:bodyPr/>
          <a:lstStyle/>
          <a:p>
            <a:endParaRPr lang="en-US" dirty="0"/>
          </a:p>
        </p:txBody>
      </p:sp>
      <p:sp>
        <p:nvSpPr>
          <p:cNvPr id="6" name="Marcador de Posição do Número do Diapositivo 5">
            <a:extLst>
              <a:ext uri="{FF2B5EF4-FFF2-40B4-BE49-F238E27FC236}">
                <a16:creationId xmlns:a16="http://schemas.microsoft.com/office/drawing/2014/main" id="{EA5B1F85-F587-C097-A29F-B083116502FE}"/>
              </a:ext>
            </a:extLst>
          </p:cNvPr>
          <p:cNvSpPr>
            <a:spLocks noGrp="1"/>
          </p:cNvSpPr>
          <p:nvPr>
            <p:ph type="sldNum" sz="quarter" idx="12"/>
          </p:nvPr>
        </p:nvSpPr>
        <p:spPr/>
        <p:txBody>
          <a:bodyPr/>
          <a:lstStyle/>
          <a:p>
            <a:fld id="{70C12960-6E85-460F-B6E3-5B82CB31AF3D}" type="slidenum">
              <a:rPr lang="en-US" smtClean="0"/>
              <a:t>‹nº›</a:t>
            </a:fld>
            <a:endParaRPr lang="en-US"/>
          </a:p>
        </p:txBody>
      </p:sp>
    </p:spTree>
    <p:extLst>
      <p:ext uri="{BB962C8B-B14F-4D97-AF65-F5344CB8AC3E}">
        <p14:creationId xmlns:p14="http://schemas.microsoft.com/office/powerpoint/2010/main" val="3187433760"/>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Título 1">
            <a:extLst>
              <a:ext uri="{FF2B5EF4-FFF2-40B4-BE49-F238E27FC236}">
                <a16:creationId xmlns:a16="http://schemas.microsoft.com/office/drawing/2014/main" id="{3D174D76-E0A6-1B62-225B-62D42A333B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PT"/>
              <a:t>Clique para editar o estilo de título do Modelo Global</a:t>
            </a:r>
          </a:p>
        </p:txBody>
      </p:sp>
      <p:sp>
        <p:nvSpPr>
          <p:cNvPr id="3" name="Marcador de Posição do Texto 2">
            <a:extLst>
              <a:ext uri="{FF2B5EF4-FFF2-40B4-BE49-F238E27FC236}">
                <a16:creationId xmlns:a16="http://schemas.microsoft.com/office/drawing/2014/main" id="{BA2ADC7B-0E8A-CC38-30C1-4BC73E64AC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4B147179-AAB0-1091-92F1-767F7132CB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A38F49-B3E2-4BF0-BEC7-C30D34ABBB8D}" type="datetime1">
              <a:rPr lang="en-US" smtClean="0"/>
              <a:t>4/28/2026</a:t>
            </a:fld>
            <a:endParaRPr lang="en-US"/>
          </a:p>
        </p:txBody>
      </p:sp>
      <p:sp>
        <p:nvSpPr>
          <p:cNvPr id="5" name="Marcador de Posição do Rodapé 4">
            <a:extLst>
              <a:ext uri="{FF2B5EF4-FFF2-40B4-BE49-F238E27FC236}">
                <a16:creationId xmlns:a16="http://schemas.microsoft.com/office/drawing/2014/main" id="{D2B7C036-F9E4-13C9-1A14-40DAC27D39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Marcador de Posição do Número do Diapositivo 5">
            <a:extLst>
              <a:ext uri="{FF2B5EF4-FFF2-40B4-BE49-F238E27FC236}">
                <a16:creationId xmlns:a16="http://schemas.microsoft.com/office/drawing/2014/main" id="{864D3A57-CE33-25E1-4277-3CB73FDD11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C12960-6E85-460F-B6E3-5B82CB31AF3D}" type="slidenum">
              <a:rPr lang="en-US" smtClean="0"/>
              <a:t>‹nº›</a:t>
            </a:fld>
            <a:endParaRPr lang="en-US"/>
          </a:p>
        </p:txBody>
      </p:sp>
    </p:spTree>
    <p:extLst>
      <p:ext uri="{BB962C8B-B14F-4D97-AF65-F5344CB8AC3E}">
        <p14:creationId xmlns:p14="http://schemas.microsoft.com/office/powerpoint/2010/main" val="213830428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ECC06D-CF47-DEAA-143E-F7562C4F7A12}"/>
              </a:ext>
            </a:extLst>
          </p:cNvPr>
          <p:cNvSpPr>
            <a:spLocks noGrp="1"/>
          </p:cNvSpPr>
          <p:nvPr>
            <p:ph type="ctrTitle"/>
          </p:nvPr>
        </p:nvSpPr>
        <p:spPr>
          <a:xfrm>
            <a:off x="661915" y="2071467"/>
            <a:ext cx="10686198" cy="1897137"/>
          </a:xfrm>
        </p:spPr>
        <p:txBody>
          <a:bodyPr anchor="t">
            <a:normAutofit/>
          </a:bodyPr>
          <a:lstStyle/>
          <a:p>
            <a:pPr>
              <a:lnSpc>
                <a:spcPct val="90000"/>
              </a:lnSpc>
            </a:pPr>
            <a:r>
              <a:rPr lang="pt-PT" sz="4200" dirty="0"/>
              <a:t>Eficácia da Intervenção Digital </a:t>
            </a:r>
            <a:r>
              <a:rPr lang="pt-PT" sz="4200" dirty="0" err="1"/>
              <a:t>MindMove</a:t>
            </a:r>
            <a:r>
              <a:rPr lang="pt-PT" sz="4200" dirty="0"/>
              <a:t> na Saúde Mental de Universitários</a:t>
            </a:r>
          </a:p>
        </p:txBody>
      </p:sp>
      <p:sp>
        <p:nvSpPr>
          <p:cNvPr id="3" name="Subtítulo 2">
            <a:extLst>
              <a:ext uri="{FF2B5EF4-FFF2-40B4-BE49-F238E27FC236}">
                <a16:creationId xmlns:a16="http://schemas.microsoft.com/office/drawing/2014/main" id="{A8F6453E-3446-8960-C5F4-299D511766F6}"/>
              </a:ext>
            </a:extLst>
          </p:cNvPr>
          <p:cNvSpPr>
            <a:spLocks noGrp="1"/>
          </p:cNvSpPr>
          <p:nvPr>
            <p:ph type="subTitle" idx="1"/>
          </p:nvPr>
        </p:nvSpPr>
        <p:spPr>
          <a:xfrm>
            <a:off x="661915" y="3493467"/>
            <a:ext cx="10686198" cy="950275"/>
          </a:xfrm>
        </p:spPr>
        <p:txBody>
          <a:bodyPr anchor="t">
            <a:normAutofit/>
          </a:bodyPr>
          <a:lstStyle/>
          <a:p>
            <a:r>
              <a:rPr lang="pt-PT" dirty="0" err="1"/>
              <a:t>MindMove</a:t>
            </a:r>
            <a:r>
              <a:rPr lang="pt-PT" dirty="0"/>
              <a:t>: Ensaio Clínico em Saúde Mental Digital</a:t>
            </a:r>
          </a:p>
        </p:txBody>
      </p:sp>
      <p:pic>
        <p:nvPicPr>
          <p:cNvPr id="1028" name="Picture 4" descr="Faculty of Medicine - University of Porto">
            <a:extLst>
              <a:ext uri="{FF2B5EF4-FFF2-40B4-BE49-F238E27FC236}">
                <a16:creationId xmlns:a16="http://schemas.microsoft.com/office/drawing/2014/main" id="{639F4097-F9F9-7805-5185-50A8AE3A89A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3746" y="468459"/>
            <a:ext cx="2673254" cy="1069301"/>
          </a:xfrm>
          <a:prstGeom prst="rect">
            <a:avLst/>
          </a:prstGeom>
          <a:noFill/>
          <a:extLst>
            <a:ext uri="{909E8E84-426E-40DD-AFC4-6F175D3DCCD1}">
              <a14:hiddenFill xmlns:a14="http://schemas.microsoft.com/office/drawing/2010/main">
                <a:solidFill>
                  <a:srgbClr val="FFFFFF"/>
                </a:solidFill>
              </a14:hiddenFill>
            </a:ext>
          </a:extLst>
        </p:spPr>
      </p:pic>
      <p:sp>
        <p:nvSpPr>
          <p:cNvPr id="10" name="CaixaDeTexto 9">
            <a:extLst>
              <a:ext uri="{FF2B5EF4-FFF2-40B4-BE49-F238E27FC236}">
                <a16:creationId xmlns:a16="http://schemas.microsoft.com/office/drawing/2014/main" id="{0B83327B-5780-CA19-0F3B-A91E31244EFE}"/>
              </a:ext>
            </a:extLst>
          </p:cNvPr>
          <p:cNvSpPr txBox="1"/>
          <p:nvPr/>
        </p:nvSpPr>
        <p:spPr>
          <a:xfrm>
            <a:off x="661915" y="5098408"/>
            <a:ext cx="6097136" cy="1477328"/>
          </a:xfrm>
          <a:prstGeom prst="rect">
            <a:avLst/>
          </a:prstGeom>
          <a:noFill/>
        </p:spPr>
        <p:txBody>
          <a:bodyPr wrap="square">
            <a:spAutoFit/>
          </a:bodyPr>
          <a:lstStyle/>
          <a:p>
            <a:r>
              <a:rPr lang="pt-PT" dirty="0"/>
              <a:t>Autores:</a:t>
            </a:r>
            <a:br>
              <a:rPr lang="pt-PT" dirty="0"/>
            </a:br>
            <a:r>
              <a:rPr lang="pt-PT" dirty="0"/>
              <a:t>Ana Moreira</a:t>
            </a:r>
            <a:br>
              <a:rPr lang="pt-PT" dirty="0"/>
            </a:br>
            <a:r>
              <a:rPr lang="pt-PT" dirty="0"/>
              <a:t>Flávio Vieira</a:t>
            </a:r>
            <a:br>
              <a:rPr lang="pt-PT" dirty="0"/>
            </a:br>
            <a:r>
              <a:rPr lang="pt-PT" dirty="0"/>
              <a:t>Gabriela Carneiro</a:t>
            </a:r>
            <a:br>
              <a:rPr lang="pt-PT" dirty="0"/>
            </a:br>
            <a:r>
              <a:rPr lang="pt-PT" dirty="0"/>
              <a:t>Maria Leonor </a:t>
            </a:r>
            <a:r>
              <a:rPr lang="pt-PT" dirty="0" err="1"/>
              <a:t>Fernades</a:t>
            </a:r>
            <a:endParaRPr lang="pt-PT" dirty="0"/>
          </a:p>
        </p:txBody>
      </p:sp>
      <p:pic>
        <p:nvPicPr>
          <p:cNvPr id="12" name="Imagem 11" descr="The image is a presentation slide from the Faculty of Medicine at the University of Porto, featuring the Digital MindMove in Health project, with authors Ana Moreira, Flￃﾡvio Vieira, Gabriela Carneiro, and Maria Leonor Fernades.&#10;&#10;Os conteúdos gerados por IA podem estar incorretos.">
            <a:extLst>
              <a:ext uri="{FF2B5EF4-FFF2-40B4-BE49-F238E27FC236}">
                <a16:creationId xmlns:a16="http://schemas.microsoft.com/office/drawing/2014/main" id="{B1543DE4-892E-743A-3243-1BDD81B45FCB}"/>
              </a:ext>
            </a:extLst>
          </p:cNvPr>
          <p:cNvPicPr>
            <a:picLocks noChangeAspect="1"/>
          </p:cNvPicPr>
          <p:nvPr/>
        </p:nvPicPr>
        <p:blipFill>
          <a:blip r:embed="rId3"/>
          <a:stretch>
            <a:fillRect/>
          </a:stretch>
        </p:blipFill>
        <p:spPr>
          <a:xfrm>
            <a:off x="63689" y="0"/>
            <a:ext cx="12064621" cy="6858000"/>
          </a:xfrm>
          <a:prstGeom prst="rect">
            <a:avLst/>
          </a:prstGeom>
        </p:spPr>
      </p:pic>
    </p:spTree>
    <p:extLst>
      <p:ext uri="{BB962C8B-B14F-4D97-AF65-F5344CB8AC3E}">
        <p14:creationId xmlns:p14="http://schemas.microsoft.com/office/powerpoint/2010/main" val="334472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75DD11-AAE8-AF69-175F-BA393B81FEEA}"/>
              </a:ext>
            </a:extLst>
          </p:cNvPr>
          <p:cNvSpPr>
            <a:spLocks noGrp="1"/>
          </p:cNvSpPr>
          <p:nvPr>
            <p:ph type="title"/>
          </p:nvPr>
        </p:nvSpPr>
        <p:spPr/>
        <p:txBody>
          <a:bodyPr/>
          <a:lstStyle/>
          <a:p>
            <a:r>
              <a:rPr lang="pt-PT" dirty="0"/>
              <a:t>Racional</a:t>
            </a:r>
          </a:p>
        </p:txBody>
      </p:sp>
      <p:sp>
        <p:nvSpPr>
          <p:cNvPr id="3" name="Marcador de Posição de Conteúdo 2">
            <a:extLst>
              <a:ext uri="{FF2B5EF4-FFF2-40B4-BE49-F238E27FC236}">
                <a16:creationId xmlns:a16="http://schemas.microsoft.com/office/drawing/2014/main" id="{AF18BF26-25E5-07D1-5825-0816A9924346}"/>
              </a:ext>
            </a:extLst>
          </p:cNvPr>
          <p:cNvSpPr>
            <a:spLocks noGrp="1"/>
          </p:cNvSpPr>
          <p:nvPr>
            <p:ph idx="1"/>
          </p:nvPr>
        </p:nvSpPr>
        <p:spPr/>
        <p:txBody>
          <a:bodyPr/>
          <a:lstStyle/>
          <a:p>
            <a:pPr marL="0" indent="0">
              <a:buNone/>
            </a:pPr>
            <a:r>
              <a:rPr lang="pt-PT" dirty="0"/>
              <a:t>O que é </a:t>
            </a:r>
          </a:p>
        </p:txBody>
      </p:sp>
    </p:spTree>
    <p:extLst>
      <p:ext uri="{BB962C8B-B14F-4D97-AF65-F5344CB8AC3E}">
        <p14:creationId xmlns:p14="http://schemas.microsoft.com/office/powerpoint/2010/main" val="4265899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81113-7C0D-9CB1-E4BF-A9FD279E787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EE1E2DE-4AD9-AD89-5DC8-3A2F0D0360E3}"/>
              </a:ext>
            </a:extLst>
          </p:cNvPr>
          <p:cNvSpPr>
            <a:spLocks noGrp="1"/>
          </p:cNvSpPr>
          <p:nvPr>
            <p:ph type="title"/>
          </p:nvPr>
        </p:nvSpPr>
        <p:spPr/>
        <p:txBody>
          <a:bodyPr/>
          <a:lstStyle/>
          <a:p>
            <a:r>
              <a:rPr lang="pt-PT" dirty="0"/>
              <a:t>Objetivos</a:t>
            </a:r>
          </a:p>
        </p:txBody>
      </p:sp>
      <p:sp>
        <p:nvSpPr>
          <p:cNvPr id="3" name="Marcador de Posição de Conteúdo 2">
            <a:extLst>
              <a:ext uri="{FF2B5EF4-FFF2-40B4-BE49-F238E27FC236}">
                <a16:creationId xmlns:a16="http://schemas.microsoft.com/office/drawing/2014/main" id="{BDC72D86-3A31-7A3A-6AA8-53F401637844}"/>
              </a:ext>
            </a:extLst>
          </p:cNvPr>
          <p:cNvSpPr>
            <a:spLocks noGrp="1"/>
          </p:cNvSpPr>
          <p:nvPr>
            <p:ph idx="1"/>
          </p:nvPr>
        </p:nvSpPr>
        <p:spPr/>
        <p:txBody>
          <a:bodyPr/>
          <a:lstStyle/>
          <a:p>
            <a:pPr marL="0" indent="0">
              <a:buNone/>
            </a:pPr>
            <a:r>
              <a:rPr lang="pt-PT" dirty="0"/>
              <a:t>O que é </a:t>
            </a:r>
          </a:p>
        </p:txBody>
      </p:sp>
    </p:spTree>
    <p:extLst>
      <p:ext uri="{BB962C8B-B14F-4D97-AF65-F5344CB8AC3E}">
        <p14:creationId xmlns:p14="http://schemas.microsoft.com/office/powerpoint/2010/main" val="3171773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87031A-95F2-7260-23DB-612231579116}"/>
              </a:ext>
            </a:extLst>
          </p:cNvPr>
          <p:cNvSpPr>
            <a:spLocks noGrp="1"/>
          </p:cNvSpPr>
          <p:nvPr>
            <p:ph type="title"/>
          </p:nvPr>
        </p:nvSpPr>
        <p:spPr/>
        <p:txBody>
          <a:bodyPr/>
          <a:lstStyle/>
          <a:p>
            <a:r>
              <a:rPr lang="pt-PT" dirty="0"/>
              <a:t>Desenho de Estudo</a:t>
            </a:r>
          </a:p>
        </p:txBody>
      </p:sp>
      <p:sp>
        <p:nvSpPr>
          <p:cNvPr id="3" name="Marcador de Posição de Conteúdo 2">
            <a:extLst>
              <a:ext uri="{FF2B5EF4-FFF2-40B4-BE49-F238E27FC236}">
                <a16:creationId xmlns:a16="http://schemas.microsoft.com/office/drawing/2014/main" id="{187BCC5D-5278-926E-AA7E-F5C7F9B98261}"/>
              </a:ext>
            </a:extLst>
          </p:cNvPr>
          <p:cNvSpPr>
            <a:spLocks noGrp="1"/>
          </p:cNvSpPr>
          <p:nvPr>
            <p:ph idx="1"/>
          </p:nvPr>
        </p:nvSpPr>
        <p:spPr/>
        <p:txBody>
          <a:bodyPr/>
          <a:lstStyle/>
          <a:p>
            <a:endParaRPr lang="pt-PT"/>
          </a:p>
        </p:txBody>
      </p:sp>
    </p:spTree>
    <p:extLst>
      <p:ext uri="{BB962C8B-B14F-4D97-AF65-F5344CB8AC3E}">
        <p14:creationId xmlns:p14="http://schemas.microsoft.com/office/powerpoint/2010/main" val="1439218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573BB9-D4B1-2203-CD10-6B57645B337F}"/>
              </a:ext>
            </a:extLst>
          </p:cNvPr>
          <p:cNvSpPr>
            <a:spLocks noGrp="1"/>
          </p:cNvSpPr>
          <p:nvPr>
            <p:ph type="title"/>
          </p:nvPr>
        </p:nvSpPr>
        <p:spPr/>
        <p:txBody>
          <a:bodyPr/>
          <a:lstStyle/>
          <a:p>
            <a:r>
              <a:rPr lang="pt-PT" dirty="0" err="1"/>
              <a:t>Metedologia</a:t>
            </a:r>
            <a:endParaRPr lang="pt-PT" dirty="0"/>
          </a:p>
        </p:txBody>
      </p:sp>
      <p:sp>
        <p:nvSpPr>
          <p:cNvPr id="3" name="Marcador de Posição de Conteúdo 2">
            <a:extLst>
              <a:ext uri="{FF2B5EF4-FFF2-40B4-BE49-F238E27FC236}">
                <a16:creationId xmlns:a16="http://schemas.microsoft.com/office/drawing/2014/main" id="{77979BBC-F16A-9938-9523-52DCDAA663B4}"/>
              </a:ext>
            </a:extLst>
          </p:cNvPr>
          <p:cNvSpPr>
            <a:spLocks noGrp="1"/>
          </p:cNvSpPr>
          <p:nvPr>
            <p:ph idx="1"/>
          </p:nvPr>
        </p:nvSpPr>
        <p:spPr/>
        <p:txBody>
          <a:bodyPr/>
          <a:lstStyle/>
          <a:p>
            <a:endParaRPr lang="pt-PT"/>
          </a:p>
        </p:txBody>
      </p:sp>
    </p:spTree>
    <p:extLst>
      <p:ext uri="{BB962C8B-B14F-4D97-AF65-F5344CB8AC3E}">
        <p14:creationId xmlns:p14="http://schemas.microsoft.com/office/powerpoint/2010/main" val="4267865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D74BBF-F8B0-14AD-237E-DA7B7927390B}"/>
              </a:ext>
            </a:extLst>
          </p:cNvPr>
          <p:cNvSpPr>
            <a:spLocks noGrp="1"/>
          </p:cNvSpPr>
          <p:nvPr>
            <p:ph type="title"/>
          </p:nvPr>
        </p:nvSpPr>
        <p:spPr/>
        <p:txBody>
          <a:bodyPr/>
          <a:lstStyle/>
          <a:p>
            <a:r>
              <a:rPr lang="pt-PT" dirty="0"/>
              <a:t>População do estudo</a:t>
            </a:r>
          </a:p>
        </p:txBody>
      </p:sp>
      <p:sp>
        <p:nvSpPr>
          <p:cNvPr id="3" name="Marcador de Posição de Conteúdo 2">
            <a:extLst>
              <a:ext uri="{FF2B5EF4-FFF2-40B4-BE49-F238E27FC236}">
                <a16:creationId xmlns:a16="http://schemas.microsoft.com/office/drawing/2014/main" id="{2B6D9C2E-2B27-BA93-78B5-E64CE19F8B05}"/>
              </a:ext>
            </a:extLst>
          </p:cNvPr>
          <p:cNvSpPr>
            <a:spLocks noGrp="1"/>
          </p:cNvSpPr>
          <p:nvPr>
            <p:ph idx="1"/>
          </p:nvPr>
        </p:nvSpPr>
        <p:spPr/>
        <p:txBody>
          <a:bodyPr/>
          <a:lstStyle/>
          <a:p>
            <a:endParaRPr lang="pt-PT"/>
          </a:p>
        </p:txBody>
      </p:sp>
    </p:spTree>
    <p:extLst>
      <p:ext uri="{BB962C8B-B14F-4D97-AF65-F5344CB8AC3E}">
        <p14:creationId xmlns:p14="http://schemas.microsoft.com/office/powerpoint/2010/main" val="2298641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EBEEE-BD63-D0B3-BD50-A2CC104499F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1D8C058-7E42-3F3C-4504-069FFF661988}"/>
              </a:ext>
            </a:extLst>
          </p:cNvPr>
          <p:cNvSpPr>
            <a:spLocks noGrp="1"/>
          </p:cNvSpPr>
          <p:nvPr>
            <p:ph type="title"/>
          </p:nvPr>
        </p:nvSpPr>
        <p:spPr/>
        <p:txBody>
          <a:bodyPr/>
          <a:lstStyle/>
          <a:p>
            <a:r>
              <a:rPr lang="pt-PT" dirty="0"/>
              <a:t>Metodologia</a:t>
            </a:r>
          </a:p>
        </p:txBody>
      </p:sp>
      <p:sp>
        <p:nvSpPr>
          <p:cNvPr id="3" name="Marcador de Posição de Conteúdo 2">
            <a:extLst>
              <a:ext uri="{FF2B5EF4-FFF2-40B4-BE49-F238E27FC236}">
                <a16:creationId xmlns:a16="http://schemas.microsoft.com/office/drawing/2014/main" id="{8AFE875B-13F4-0A38-6571-38FEB8886301}"/>
              </a:ext>
            </a:extLst>
          </p:cNvPr>
          <p:cNvSpPr>
            <a:spLocks noGrp="1"/>
          </p:cNvSpPr>
          <p:nvPr>
            <p:ph idx="1"/>
          </p:nvPr>
        </p:nvSpPr>
        <p:spPr/>
        <p:txBody>
          <a:bodyPr/>
          <a:lstStyle/>
          <a:p>
            <a:endParaRPr lang="pt-PT"/>
          </a:p>
        </p:txBody>
      </p:sp>
    </p:spTree>
    <p:extLst>
      <p:ext uri="{BB962C8B-B14F-4D97-AF65-F5344CB8AC3E}">
        <p14:creationId xmlns:p14="http://schemas.microsoft.com/office/powerpoint/2010/main" val="3797817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B5D6F-69C6-D230-31EC-19020B8F6F5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090D609-DBD7-B1A4-8A0F-867A1E911DA8}"/>
              </a:ext>
            </a:extLst>
          </p:cNvPr>
          <p:cNvSpPr>
            <a:spLocks noGrp="1"/>
          </p:cNvSpPr>
          <p:nvPr>
            <p:ph type="title"/>
          </p:nvPr>
        </p:nvSpPr>
        <p:spPr/>
        <p:txBody>
          <a:bodyPr/>
          <a:lstStyle/>
          <a:p>
            <a:r>
              <a:rPr lang="pt-PT" dirty="0" err="1"/>
              <a:t>Outcomes</a:t>
            </a:r>
            <a:endParaRPr lang="pt-PT" dirty="0"/>
          </a:p>
        </p:txBody>
      </p:sp>
      <p:sp>
        <p:nvSpPr>
          <p:cNvPr id="3" name="Marcador de Posição de Conteúdo 2">
            <a:extLst>
              <a:ext uri="{FF2B5EF4-FFF2-40B4-BE49-F238E27FC236}">
                <a16:creationId xmlns:a16="http://schemas.microsoft.com/office/drawing/2014/main" id="{CC1C5F76-23B1-1E09-345E-E2FD9227D1C6}"/>
              </a:ext>
            </a:extLst>
          </p:cNvPr>
          <p:cNvSpPr>
            <a:spLocks noGrp="1"/>
          </p:cNvSpPr>
          <p:nvPr>
            <p:ph idx="1"/>
          </p:nvPr>
        </p:nvSpPr>
        <p:spPr/>
        <p:txBody>
          <a:bodyPr/>
          <a:lstStyle/>
          <a:p>
            <a:endParaRPr lang="pt-PT"/>
          </a:p>
        </p:txBody>
      </p:sp>
    </p:spTree>
    <p:extLst>
      <p:ext uri="{BB962C8B-B14F-4D97-AF65-F5344CB8AC3E}">
        <p14:creationId xmlns:p14="http://schemas.microsoft.com/office/powerpoint/2010/main" val="3489097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743D12-D2E9-BED2-1731-E6C8BBC4ACBF}"/>
              </a:ext>
            </a:extLst>
          </p:cNvPr>
          <p:cNvSpPr>
            <a:spLocks noGrp="1"/>
          </p:cNvSpPr>
          <p:nvPr>
            <p:ph type="title"/>
          </p:nvPr>
        </p:nvSpPr>
        <p:spPr/>
        <p:txBody>
          <a:bodyPr/>
          <a:lstStyle/>
          <a:p>
            <a:r>
              <a:rPr lang="pt-PT" dirty="0"/>
              <a:t>Análise Estatística</a:t>
            </a:r>
          </a:p>
        </p:txBody>
      </p:sp>
      <p:sp>
        <p:nvSpPr>
          <p:cNvPr id="3" name="Marcador de Posição de Conteúdo 2">
            <a:extLst>
              <a:ext uri="{FF2B5EF4-FFF2-40B4-BE49-F238E27FC236}">
                <a16:creationId xmlns:a16="http://schemas.microsoft.com/office/drawing/2014/main" id="{D53A77B6-F4C0-930D-C503-E81692D56F47}"/>
              </a:ext>
            </a:extLst>
          </p:cNvPr>
          <p:cNvSpPr>
            <a:spLocks noGrp="1"/>
          </p:cNvSpPr>
          <p:nvPr>
            <p:ph idx="1"/>
          </p:nvPr>
        </p:nvSpPr>
        <p:spPr/>
        <p:txBody>
          <a:bodyPr/>
          <a:lstStyle/>
          <a:p>
            <a:endParaRPr lang="pt-PT"/>
          </a:p>
        </p:txBody>
      </p:sp>
    </p:spTree>
    <p:extLst>
      <p:ext uri="{BB962C8B-B14F-4D97-AF65-F5344CB8AC3E}">
        <p14:creationId xmlns:p14="http://schemas.microsoft.com/office/powerpoint/2010/main" val="1436765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EB4CE7-7D17-C27F-BCCA-AED2BD96B21D}"/>
              </a:ext>
            </a:extLst>
          </p:cNvPr>
          <p:cNvSpPr>
            <a:spLocks noGrp="1"/>
          </p:cNvSpPr>
          <p:nvPr>
            <p:ph type="title"/>
          </p:nvPr>
        </p:nvSpPr>
        <p:spPr/>
        <p:txBody>
          <a:bodyPr/>
          <a:lstStyle/>
          <a:p>
            <a:r>
              <a:rPr lang="pt-PT" dirty="0"/>
              <a:t>Ética e proteção </a:t>
            </a:r>
            <a:r>
              <a:rPr lang="pt-PT"/>
              <a:t>de dados</a:t>
            </a:r>
          </a:p>
        </p:txBody>
      </p:sp>
      <p:sp>
        <p:nvSpPr>
          <p:cNvPr id="3" name="Marcador de Posição de Conteúdo 2">
            <a:extLst>
              <a:ext uri="{FF2B5EF4-FFF2-40B4-BE49-F238E27FC236}">
                <a16:creationId xmlns:a16="http://schemas.microsoft.com/office/drawing/2014/main" id="{697E5CD2-05E4-59E0-32EF-30F549E86D69}"/>
              </a:ext>
            </a:extLst>
          </p:cNvPr>
          <p:cNvSpPr>
            <a:spLocks noGrp="1"/>
          </p:cNvSpPr>
          <p:nvPr>
            <p:ph idx="1"/>
          </p:nvPr>
        </p:nvSpPr>
        <p:spPr/>
        <p:txBody>
          <a:bodyPr/>
          <a:lstStyle/>
          <a:p>
            <a:endParaRPr lang="pt-PT"/>
          </a:p>
        </p:txBody>
      </p:sp>
    </p:spTree>
    <p:extLst>
      <p:ext uri="{BB962C8B-B14F-4D97-AF65-F5344CB8AC3E}">
        <p14:creationId xmlns:p14="http://schemas.microsoft.com/office/powerpoint/2010/main" val="2199764213"/>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176</TotalTime>
  <Words>57</Words>
  <Application>Microsoft Office PowerPoint</Application>
  <PresentationFormat>Ecrã Panorâmico</PresentationFormat>
  <Paragraphs>14</Paragraphs>
  <Slides>10</Slides>
  <Notes>0</Notes>
  <HiddenSlides>0</HiddenSlides>
  <MMClips>0</MMClips>
  <ScaleCrop>false</ScaleCrop>
  <HeadingPairs>
    <vt:vector size="6" baseType="variant">
      <vt:variant>
        <vt:lpstr>Tipos de letra usados</vt:lpstr>
      </vt:variant>
      <vt:variant>
        <vt:i4>3</vt:i4>
      </vt:variant>
      <vt:variant>
        <vt:lpstr>Tema</vt:lpstr>
      </vt:variant>
      <vt:variant>
        <vt:i4>1</vt:i4>
      </vt:variant>
      <vt:variant>
        <vt:lpstr>Títulos dos diapositivos</vt:lpstr>
      </vt:variant>
      <vt:variant>
        <vt:i4>10</vt:i4>
      </vt:variant>
    </vt:vector>
  </HeadingPairs>
  <TitlesOfParts>
    <vt:vector size="14" baseType="lpstr">
      <vt:lpstr>Aptos</vt:lpstr>
      <vt:lpstr>Aptos Display</vt:lpstr>
      <vt:lpstr>Arial</vt:lpstr>
      <vt:lpstr>Tema do Office</vt:lpstr>
      <vt:lpstr>Eficácia da Intervenção Digital MindMove na Saúde Mental de Universitários</vt:lpstr>
      <vt:lpstr>Racional</vt:lpstr>
      <vt:lpstr>Objetivos</vt:lpstr>
      <vt:lpstr>Desenho de Estudo</vt:lpstr>
      <vt:lpstr>Metedologia</vt:lpstr>
      <vt:lpstr>População do estudo</vt:lpstr>
      <vt:lpstr>Metodologia</vt:lpstr>
      <vt:lpstr>Outcomes</vt:lpstr>
      <vt:lpstr>Análise Estatística</vt:lpstr>
      <vt:lpstr>Ética e proteção de dados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Gabriela Carneiro</dc:creator>
  <cp:lastModifiedBy>Gabriela Carneiro</cp:lastModifiedBy>
  <cp:revision>1</cp:revision>
  <dcterms:created xsi:type="dcterms:W3CDTF">2026-04-28T17:40:46Z</dcterms:created>
  <dcterms:modified xsi:type="dcterms:W3CDTF">2026-04-28T20:37:13Z</dcterms:modified>
</cp:coreProperties>
</file>